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4" r:id="rId2"/>
  </p:sldMasterIdLst>
  <p:notesMasterIdLst>
    <p:notesMasterId r:id="rId23"/>
  </p:notesMasterIdLst>
  <p:handoutMasterIdLst>
    <p:handoutMasterId r:id="rId24"/>
  </p:handoutMasterIdLst>
  <p:sldIdLst>
    <p:sldId id="822" r:id="rId3"/>
    <p:sldId id="843" r:id="rId4"/>
    <p:sldId id="829" r:id="rId5"/>
    <p:sldId id="830" r:id="rId6"/>
    <p:sldId id="831" r:id="rId7"/>
    <p:sldId id="844" r:id="rId8"/>
    <p:sldId id="832" r:id="rId9"/>
    <p:sldId id="833" r:id="rId10"/>
    <p:sldId id="834" r:id="rId11"/>
    <p:sldId id="845" r:id="rId12"/>
    <p:sldId id="835" r:id="rId13"/>
    <p:sldId id="836" r:id="rId14"/>
    <p:sldId id="837" r:id="rId15"/>
    <p:sldId id="846" r:id="rId16"/>
    <p:sldId id="838" r:id="rId17"/>
    <p:sldId id="839" r:id="rId18"/>
    <p:sldId id="840" r:id="rId19"/>
    <p:sldId id="847" r:id="rId20"/>
    <p:sldId id="841" r:id="rId21"/>
    <p:sldId id="842" r:id="rId2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1719C"/>
    <a:srgbClr val="0000FF"/>
    <a:srgbClr val="1F3A60"/>
    <a:srgbClr val="5B9BD5"/>
    <a:srgbClr val="F5F8FC"/>
    <a:srgbClr val="EDEADF"/>
    <a:srgbClr val="820E59"/>
    <a:srgbClr val="516485"/>
    <a:srgbClr val="32842C"/>
    <a:srgbClr val="7195B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B8F3981-E86F-4E5B-9B37-036029CCD3C3}" v="7" dt="2026-09-08T06:20:48.44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601" autoAdjust="0"/>
    <p:restoredTop sz="97410" autoAdjust="0"/>
  </p:normalViewPr>
  <p:slideViewPr>
    <p:cSldViewPr snapToGrid="0">
      <p:cViewPr varScale="1">
        <p:scale>
          <a:sx n="85" d="100"/>
          <a:sy n="85" d="100"/>
        </p:scale>
        <p:origin x="717" y="33"/>
      </p:cViewPr>
      <p:guideLst/>
    </p:cSldViewPr>
  </p:slideViewPr>
  <p:notesTextViewPr>
    <p:cViewPr>
      <p:scale>
        <a:sx n="50" d="100"/>
        <a:sy n="50" d="100"/>
      </p:scale>
      <p:origin x="0" y="0"/>
    </p:cViewPr>
  </p:notesTextViewPr>
  <p:notesViewPr>
    <p:cSldViewPr snapToGrid="0">
      <p:cViewPr varScale="1">
        <p:scale>
          <a:sx n="61" d="100"/>
          <a:sy n="61" d="100"/>
        </p:scale>
        <p:origin x="2889" y="45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viewProps" Target="viewProp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theme" Target="theme/theme1.xml"/><Relationship Id="rId3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우진 이" userId="1a7b9fd6ed09493f" providerId="LiveId" clId="{4397DDC3-ACAB-4613-8D6A-111632BEDEF9}"/>
    <pc:docChg chg="custSel addSld modSld sldOrd">
      <pc:chgData name="우진 이" userId="1a7b9fd6ed09493f" providerId="LiveId" clId="{4397DDC3-ACAB-4613-8D6A-111632BEDEF9}" dt="2026-09-08T06:20:48.446" v="744"/>
      <pc:docMkLst>
        <pc:docMk/>
      </pc:docMkLst>
      <pc:sldChg chg="addSp modSp mod">
        <pc:chgData name="우진 이" userId="1a7b9fd6ed09493f" providerId="LiveId" clId="{4397DDC3-ACAB-4613-8D6A-111632BEDEF9}" dt="2026-09-08T06:20:48.446" v="744"/>
        <pc:sldMkLst>
          <pc:docMk/>
          <pc:sldMk cId="2594242284" sldId="822"/>
        </pc:sldMkLst>
        <pc:spChg chg="add mod">
          <ac:chgData name="우진 이" userId="1a7b9fd6ed09493f" providerId="LiveId" clId="{4397DDC3-ACAB-4613-8D6A-111632BEDEF9}" dt="2026-09-08T05:23:10.243" v="743" actId="1076"/>
          <ac:spMkLst>
            <pc:docMk/>
            <pc:sldMk cId="2594242284" sldId="822"/>
            <ac:spMk id="3" creationId="{27B5F139-F27E-4F6B-5AFE-C797C7FA2F41}"/>
          </ac:spMkLst>
        </pc:spChg>
        <pc:spChg chg="mod">
          <ac:chgData name="우진 이" userId="1a7b9fd6ed09493f" providerId="LiveId" clId="{4397DDC3-ACAB-4613-8D6A-111632BEDEF9}" dt="2026-09-08T05:22:53.435" v="720" actId="20577"/>
          <ac:spMkLst>
            <pc:docMk/>
            <pc:sldMk cId="2594242284" sldId="822"/>
            <ac:spMk id="4" creationId="{B6CC1E6D-4900-F0D9-4A96-D9326AC254CA}"/>
          </ac:spMkLst>
        </pc:spChg>
        <pc:graphicFrameChg chg="mod modGraphic">
          <ac:chgData name="우진 이" userId="1a7b9fd6ed09493f" providerId="LiveId" clId="{4397DDC3-ACAB-4613-8D6A-111632BEDEF9}" dt="2026-09-08T05:06:19.861" v="90" actId="1076"/>
          <ac:graphicFrameMkLst>
            <pc:docMk/>
            <pc:sldMk cId="2594242284" sldId="822"/>
            <ac:graphicFrameMk id="5" creationId="{9765CDE2-211E-FE29-A089-F499F2CD1798}"/>
          </ac:graphicFrameMkLst>
        </pc:graphicFrameChg>
        <pc:inkChg chg="add">
          <ac:chgData name="우진 이" userId="1a7b9fd6ed09493f" providerId="LiveId" clId="{4397DDC3-ACAB-4613-8D6A-111632BEDEF9}" dt="2026-09-08T06:20:48.446" v="744"/>
          <ac:inkMkLst>
            <pc:docMk/>
            <pc:sldMk cId="2594242284" sldId="822"/>
            <ac:inkMk id="6" creationId="{EE9A4568-7EEF-09A7-48EE-8903D4733589}"/>
          </ac:inkMkLst>
        </pc:inkChg>
      </pc:sldChg>
      <pc:sldChg chg="addSp">
        <pc:chgData name="우진 이" userId="1a7b9fd6ed09493f" providerId="LiveId" clId="{4397DDC3-ACAB-4613-8D6A-111632BEDEF9}" dt="2026-09-08T06:20:48.446" v="744"/>
        <pc:sldMkLst>
          <pc:docMk/>
          <pc:sldMk cId="1100981255" sldId="829"/>
        </pc:sldMkLst>
        <pc:inkChg chg="add">
          <ac:chgData name="우진 이" userId="1a7b9fd6ed09493f" providerId="LiveId" clId="{4397DDC3-ACAB-4613-8D6A-111632BEDEF9}" dt="2026-09-08T06:20:48.446" v="744"/>
          <ac:inkMkLst>
            <pc:docMk/>
            <pc:sldMk cId="1100981255" sldId="829"/>
            <ac:inkMk id="3" creationId="{E29AF06E-92F0-10D0-5323-D8EB87D8959C}"/>
          </ac:inkMkLst>
        </pc:inkChg>
      </pc:sldChg>
      <pc:sldChg chg="addSp">
        <pc:chgData name="우진 이" userId="1a7b9fd6ed09493f" providerId="LiveId" clId="{4397DDC3-ACAB-4613-8D6A-111632BEDEF9}" dt="2026-09-08T06:20:48.446" v="744"/>
        <pc:sldMkLst>
          <pc:docMk/>
          <pc:sldMk cId="1206083892" sldId="830"/>
        </pc:sldMkLst>
        <pc:inkChg chg="add">
          <ac:chgData name="우진 이" userId="1a7b9fd6ed09493f" providerId="LiveId" clId="{4397DDC3-ACAB-4613-8D6A-111632BEDEF9}" dt="2026-09-08T06:20:48.446" v="744"/>
          <ac:inkMkLst>
            <pc:docMk/>
            <pc:sldMk cId="1206083892" sldId="830"/>
            <ac:inkMk id="3" creationId="{EEA0CE6C-7E0B-F303-0A56-CB94E99EE985}"/>
          </ac:inkMkLst>
        </pc:inkChg>
      </pc:sldChg>
      <pc:sldChg chg="addSp">
        <pc:chgData name="우진 이" userId="1a7b9fd6ed09493f" providerId="LiveId" clId="{4397DDC3-ACAB-4613-8D6A-111632BEDEF9}" dt="2026-09-08T06:20:48.446" v="744"/>
        <pc:sldMkLst>
          <pc:docMk/>
          <pc:sldMk cId="2737926416" sldId="831"/>
        </pc:sldMkLst>
        <pc:inkChg chg="add">
          <ac:chgData name="우진 이" userId="1a7b9fd6ed09493f" providerId="LiveId" clId="{4397DDC3-ACAB-4613-8D6A-111632BEDEF9}" dt="2026-09-08T06:20:48.446" v="744"/>
          <ac:inkMkLst>
            <pc:docMk/>
            <pc:sldMk cId="2737926416" sldId="831"/>
            <ac:inkMk id="3" creationId="{05513BB5-708B-1452-D047-A61B2FCA579B}"/>
          </ac:inkMkLst>
        </pc:inkChg>
      </pc:sldChg>
      <pc:sldChg chg="addSp">
        <pc:chgData name="우진 이" userId="1a7b9fd6ed09493f" providerId="LiveId" clId="{4397DDC3-ACAB-4613-8D6A-111632BEDEF9}" dt="2026-09-08T06:20:48.446" v="744"/>
        <pc:sldMkLst>
          <pc:docMk/>
          <pc:sldMk cId="4259108608" sldId="833"/>
        </pc:sldMkLst>
        <pc:inkChg chg="add">
          <ac:chgData name="우진 이" userId="1a7b9fd6ed09493f" providerId="LiveId" clId="{4397DDC3-ACAB-4613-8D6A-111632BEDEF9}" dt="2026-09-08T06:20:48.446" v="744"/>
          <ac:inkMkLst>
            <pc:docMk/>
            <pc:sldMk cId="4259108608" sldId="833"/>
            <ac:inkMk id="3" creationId="{F192829A-9DE5-A928-BB69-093A171B9E5D}"/>
          </ac:inkMkLst>
        </pc:inkChg>
      </pc:sldChg>
      <pc:sldChg chg="addSp">
        <pc:chgData name="우진 이" userId="1a7b9fd6ed09493f" providerId="LiveId" clId="{4397DDC3-ACAB-4613-8D6A-111632BEDEF9}" dt="2026-09-08T06:20:48.446" v="744"/>
        <pc:sldMkLst>
          <pc:docMk/>
          <pc:sldMk cId="3890414688" sldId="834"/>
        </pc:sldMkLst>
        <pc:inkChg chg="add">
          <ac:chgData name="우진 이" userId="1a7b9fd6ed09493f" providerId="LiveId" clId="{4397DDC3-ACAB-4613-8D6A-111632BEDEF9}" dt="2026-09-08T06:20:48.446" v="744"/>
          <ac:inkMkLst>
            <pc:docMk/>
            <pc:sldMk cId="3890414688" sldId="834"/>
            <ac:inkMk id="3" creationId="{E76B7DF6-F22C-921C-6084-673E087DB4A5}"/>
          </ac:inkMkLst>
        </pc:inkChg>
      </pc:sldChg>
      <pc:sldChg chg="addSp">
        <pc:chgData name="우진 이" userId="1a7b9fd6ed09493f" providerId="LiveId" clId="{4397DDC3-ACAB-4613-8D6A-111632BEDEF9}" dt="2026-09-08T06:20:48.446" v="744"/>
        <pc:sldMkLst>
          <pc:docMk/>
          <pc:sldMk cId="1596788954" sldId="835"/>
        </pc:sldMkLst>
        <pc:inkChg chg="add">
          <ac:chgData name="우진 이" userId="1a7b9fd6ed09493f" providerId="LiveId" clId="{4397DDC3-ACAB-4613-8D6A-111632BEDEF9}" dt="2026-09-08T06:20:48.446" v="744"/>
          <ac:inkMkLst>
            <pc:docMk/>
            <pc:sldMk cId="1596788954" sldId="835"/>
            <ac:inkMk id="3" creationId="{9282A3B1-AC3A-63CB-52C5-97988D0571D6}"/>
          </ac:inkMkLst>
        </pc:inkChg>
      </pc:sldChg>
      <pc:sldChg chg="addSp">
        <pc:chgData name="우진 이" userId="1a7b9fd6ed09493f" providerId="LiveId" clId="{4397DDC3-ACAB-4613-8D6A-111632BEDEF9}" dt="2026-09-08T06:20:48.446" v="744"/>
        <pc:sldMkLst>
          <pc:docMk/>
          <pc:sldMk cId="45195460" sldId="838"/>
        </pc:sldMkLst>
        <pc:inkChg chg="add">
          <ac:chgData name="우진 이" userId="1a7b9fd6ed09493f" providerId="LiveId" clId="{4397DDC3-ACAB-4613-8D6A-111632BEDEF9}" dt="2026-09-08T06:20:48.446" v="744"/>
          <ac:inkMkLst>
            <pc:docMk/>
            <pc:sldMk cId="45195460" sldId="838"/>
            <ac:inkMk id="3" creationId="{A19E6ED2-5DE3-DA60-0DFC-117FAE737768}"/>
          </ac:inkMkLst>
        </pc:inkChg>
      </pc:sldChg>
      <pc:sldChg chg="addSp">
        <pc:chgData name="우진 이" userId="1a7b9fd6ed09493f" providerId="LiveId" clId="{4397DDC3-ACAB-4613-8D6A-111632BEDEF9}" dt="2026-09-08T06:20:48.446" v="744"/>
        <pc:sldMkLst>
          <pc:docMk/>
          <pc:sldMk cId="3792671998" sldId="839"/>
        </pc:sldMkLst>
        <pc:inkChg chg="add">
          <ac:chgData name="우진 이" userId="1a7b9fd6ed09493f" providerId="LiveId" clId="{4397DDC3-ACAB-4613-8D6A-111632BEDEF9}" dt="2026-09-08T06:20:48.446" v="744"/>
          <ac:inkMkLst>
            <pc:docMk/>
            <pc:sldMk cId="3792671998" sldId="839"/>
            <ac:inkMk id="3" creationId="{87595833-57E9-CA87-F0B8-C9A1FB7380A2}"/>
          </ac:inkMkLst>
        </pc:inkChg>
      </pc:sldChg>
      <pc:sldChg chg="addSp">
        <pc:chgData name="우진 이" userId="1a7b9fd6ed09493f" providerId="LiveId" clId="{4397DDC3-ACAB-4613-8D6A-111632BEDEF9}" dt="2026-09-08T06:20:48.446" v="744"/>
        <pc:sldMkLst>
          <pc:docMk/>
          <pc:sldMk cId="2332018332" sldId="840"/>
        </pc:sldMkLst>
        <pc:inkChg chg="add">
          <ac:chgData name="우진 이" userId="1a7b9fd6ed09493f" providerId="LiveId" clId="{4397DDC3-ACAB-4613-8D6A-111632BEDEF9}" dt="2026-09-08T06:20:48.446" v="744"/>
          <ac:inkMkLst>
            <pc:docMk/>
            <pc:sldMk cId="2332018332" sldId="840"/>
            <ac:inkMk id="3" creationId="{47F64A4E-DFF3-65E5-05E1-6BAE4FD29E26}"/>
          </ac:inkMkLst>
        </pc:inkChg>
      </pc:sldChg>
      <pc:sldChg chg="addSp">
        <pc:chgData name="우진 이" userId="1a7b9fd6ed09493f" providerId="LiveId" clId="{4397DDC3-ACAB-4613-8D6A-111632BEDEF9}" dt="2026-09-08T06:20:48.446" v="744"/>
        <pc:sldMkLst>
          <pc:docMk/>
          <pc:sldMk cId="4285484534" sldId="841"/>
        </pc:sldMkLst>
        <pc:inkChg chg="add">
          <ac:chgData name="우진 이" userId="1a7b9fd6ed09493f" providerId="LiveId" clId="{4397DDC3-ACAB-4613-8D6A-111632BEDEF9}" dt="2026-09-08T06:20:48.446" v="744"/>
          <ac:inkMkLst>
            <pc:docMk/>
            <pc:sldMk cId="4285484534" sldId="841"/>
            <ac:inkMk id="3" creationId="{E0790AE2-6F3F-AD54-E1AC-97029B9A3A17}"/>
          </ac:inkMkLst>
        </pc:inkChg>
      </pc:sldChg>
      <pc:sldChg chg="addSp modSp mod">
        <pc:chgData name="우진 이" userId="1a7b9fd6ed09493f" providerId="LiveId" clId="{4397DDC3-ACAB-4613-8D6A-111632BEDEF9}" dt="2026-09-08T06:20:48.446" v="744"/>
        <pc:sldMkLst>
          <pc:docMk/>
          <pc:sldMk cId="1951770868" sldId="842"/>
        </pc:sldMkLst>
        <pc:spChg chg="mod">
          <ac:chgData name="우진 이" userId="1a7b9fd6ed09493f" providerId="LiveId" clId="{4397DDC3-ACAB-4613-8D6A-111632BEDEF9}" dt="2026-09-08T05:09:37.226" v="526" actId="20577"/>
          <ac:spMkLst>
            <pc:docMk/>
            <pc:sldMk cId="1951770868" sldId="842"/>
            <ac:spMk id="2" creationId="{16FDA528-62B4-A029-877E-F26ABF79283A}"/>
          </ac:spMkLst>
        </pc:spChg>
        <pc:spChg chg="mod">
          <ac:chgData name="우진 이" userId="1a7b9fd6ed09493f" providerId="LiveId" clId="{4397DDC3-ACAB-4613-8D6A-111632BEDEF9}" dt="2026-09-08T05:13:00.383" v="719" actId="20577"/>
          <ac:spMkLst>
            <pc:docMk/>
            <pc:sldMk cId="1951770868" sldId="842"/>
            <ac:spMk id="4" creationId="{4DB5681F-FF4B-1553-FBD1-46EC7B71FC8D}"/>
          </ac:spMkLst>
        </pc:spChg>
        <pc:inkChg chg="add">
          <ac:chgData name="우진 이" userId="1a7b9fd6ed09493f" providerId="LiveId" clId="{4397DDC3-ACAB-4613-8D6A-111632BEDEF9}" dt="2026-09-08T06:20:48.446" v="744"/>
          <ac:inkMkLst>
            <pc:docMk/>
            <pc:sldMk cId="1951770868" sldId="842"/>
            <ac:inkMk id="3" creationId="{111FDAB4-96DC-48C8-6F10-4AE7E3F0C6A8}"/>
          </ac:inkMkLst>
        </pc:inkChg>
      </pc:sldChg>
      <pc:sldChg chg="addSp modSp new mod ord">
        <pc:chgData name="우진 이" userId="1a7b9fd6ed09493f" providerId="LiveId" clId="{4397DDC3-ACAB-4613-8D6A-111632BEDEF9}" dt="2026-09-08T05:02:56.448" v="27" actId="1076"/>
        <pc:sldMkLst>
          <pc:docMk/>
          <pc:sldMk cId="4155858552" sldId="843"/>
        </pc:sldMkLst>
        <pc:spChg chg="add mod">
          <ac:chgData name="우진 이" userId="1a7b9fd6ed09493f" providerId="LiveId" clId="{4397DDC3-ACAB-4613-8D6A-111632BEDEF9}" dt="2026-09-08T05:02:56.448" v="27" actId="1076"/>
          <ac:spMkLst>
            <pc:docMk/>
            <pc:sldMk cId="4155858552" sldId="843"/>
            <ac:spMk id="2" creationId="{32BF9F99-B967-4568-97C7-EBE5531D42FB}"/>
          </ac:spMkLst>
        </pc:spChg>
      </pc:sldChg>
      <pc:sldChg chg="modSp add mod">
        <pc:chgData name="우진 이" userId="1a7b9fd6ed09493f" providerId="LiveId" clId="{4397DDC3-ACAB-4613-8D6A-111632BEDEF9}" dt="2026-09-08T05:03:01.545" v="29" actId="20577"/>
        <pc:sldMkLst>
          <pc:docMk/>
          <pc:sldMk cId="510567029" sldId="844"/>
        </pc:sldMkLst>
        <pc:spChg chg="mod">
          <ac:chgData name="우진 이" userId="1a7b9fd6ed09493f" providerId="LiveId" clId="{4397DDC3-ACAB-4613-8D6A-111632BEDEF9}" dt="2026-09-08T05:03:01.545" v="29" actId="20577"/>
          <ac:spMkLst>
            <pc:docMk/>
            <pc:sldMk cId="510567029" sldId="844"/>
            <ac:spMk id="2" creationId="{9DBD9988-7F58-FE41-27FA-0EAF188A742C}"/>
          </ac:spMkLst>
        </pc:spChg>
      </pc:sldChg>
      <pc:sldChg chg="modSp add mod">
        <pc:chgData name="우진 이" userId="1a7b9fd6ed09493f" providerId="LiveId" clId="{4397DDC3-ACAB-4613-8D6A-111632BEDEF9}" dt="2026-09-08T05:03:05.137" v="31" actId="20577"/>
        <pc:sldMkLst>
          <pc:docMk/>
          <pc:sldMk cId="2954684810" sldId="845"/>
        </pc:sldMkLst>
        <pc:spChg chg="mod">
          <ac:chgData name="우진 이" userId="1a7b9fd6ed09493f" providerId="LiveId" clId="{4397DDC3-ACAB-4613-8D6A-111632BEDEF9}" dt="2026-09-08T05:03:05.137" v="31" actId="20577"/>
          <ac:spMkLst>
            <pc:docMk/>
            <pc:sldMk cId="2954684810" sldId="845"/>
            <ac:spMk id="2" creationId="{E4F67548-5004-FD53-3C02-484C4219525C}"/>
          </ac:spMkLst>
        </pc:spChg>
      </pc:sldChg>
      <pc:sldChg chg="modSp add mod">
        <pc:chgData name="우진 이" userId="1a7b9fd6ed09493f" providerId="LiveId" clId="{4397DDC3-ACAB-4613-8D6A-111632BEDEF9}" dt="2026-09-08T05:03:10.140" v="33" actId="20577"/>
        <pc:sldMkLst>
          <pc:docMk/>
          <pc:sldMk cId="1556028197" sldId="846"/>
        </pc:sldMkLst>
        <pc:spChg chg="mod">
          <ac:chgData name="우진 이" userId="1a7b9fd6ed09493f" providerId="LiveId" clId="{4397DDC3-ACAB-4613-8D6A-111632BEDEF9}" dt="2026-09-08T05:03:10.140" v="33" actId="20577"/>
          <ac:spMkLst>
            <pc:docMk/>
            <pc:sldMk cId="1556028197" sldId="846"/>
            <ac:spMk id="2" creationId="{41B4EDE2-5752-554F-09EE-1C51A8DAA00E}"/>
          </ac:spMkLst>
        </pc:spChg>
      </pc:sldChg>
      <pc:sldChg chg="modSp add mod">
        <pc:chgData name="우진 이" userId="1a7b9fd6ed09493f" providerId="LiveId" clId="{4397DDC3-ACAB-4613-8D6A-111632BEDEF9}" dt="2026-09-08T05:03:26.469" v="58" actId="1076"/>
        <pc:sldMkLst>
          <pc:docMk/>
          <pc:sldMk cId="3777886724" sldId="847"/>
        </pc:sldMkLst>
        <pc:spChg chg="mod">
          <ac:chgData name="우진 이" userId="1a7b9fd6ed09493f" providerId="LiveId" clId="{4397DDC3-ACAB-4613-8D6A-111632BEDEF9}" dt="2026-09-08T05:03:26.469" v="58" actId="1076"/>
          <ac:spMkLst>
            <pc:docMk/>
            <pc:sldMk cId="3777886724" sldId="847"/>
            <ac:spMk id="2" creationId="{1C68C751-AC7F-468B-E70B-891BCC96F5A1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1D599882-A415-9B2F-5CE6-168F8B7AA66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A253B501-DF96-EFFD-998B-714CCBD4734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58178E7-B6F3-4B5D-B0CB-A9FEFCA8E865}" type="datetimeFigureOut">
              <a:rPr lang="ko-KR" altLang="en-US" smtClean="0"/>
              <a:t>2026-09-08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39E025B-023D-03E1-DB5F-77BFC00FC4C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58C2E88-BE64-8F53-0DD6-0CE0958BF51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39CCA8E-D156-4572-8E93-F3F69C60747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0117139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2880" units="cm"/>
          <inkml:channel name="Y" type="integer" max="1800" units="cm"/>
          <inkml:channel name="T" type="integer" max="2.14748E9" units="dev"/>
        </inkml:traceFormat>
        <inkml:channelProperties>
          <inkml:channelProperty channel="X" name="resolution" value="83.72093" units="1/cm"/>
          <inkml:channelProperty channel="Y" name="resolution" value="83.72093" units="1/cm"/>
          <inkml:channelProperty channel="T" name="resolution" value="1" units="1/dev"/>
        </inkml:channelProperties>
      </inkml:inkSource>
      <inkml:timestamp xml:id="ts0" timeString="2026-09-08T06:02:04.80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9208 6714 0,'11'-12'16,"36"36"-1,-23 11 1,70 71 0,-59-47-16,47 23 15,-23-11 1,-35-36-1,-1-23-15,-11 0 16,0-12 31,70-36-31,-11-23-16,70-35 15,-24 0-15,-11 36 16,153-107-1,-153 94-15,35-23 16,-59 47 0,-70 35-16</inkml:trace>
  <inkml:trace contextRef="#ctx0" brushRef="#br0" timeOffset="6630.87">17698 11724 0,'35'0'31,"-23"0"-15,35-12 0,-12 12 15,0 0-15,48 0-1,-36 0-15,11 0 16,60-24-1,-12 13 1,0-13 0,-71 24-1,0 0-15,24 0 16,23 0 0,-23 0-1,23-12 1,-23 12-16,0-11 15,-12 11 1,0 0 0,-23 0 15,-1 0-15,-11 0-16,23 0 15,-11 0 1,23 11-1,-24-11 1,1 12-16,46 12 16,-11-24-1,12 0 1,35 11 0,-1 1-1,119 35 1,-177-47-1,-24 0 1,-11 0 15</inkml:trace>
  <inkml:trace contextRef="#ctx0" brushRef="#br0" timeOffset="7082.46">21743 11735 0,'12'0'0,"-24"0"15,35 0 1,13 0 0,81 0-1,201 0 1,-118 0-1,176 0 1,-211 0 0,105 0-1,-235 0-15,83 0 16,-12 0 0,11 0-1,-46-11 1,-48 11-16,83 0 15</inkml:trace>
  <inkml:trace contextRef="#ctx0" brushRef="#br0" timeOffset="8365.45">25753 9913 0,'0'0'0,"12"-12"16,11 12-1,-11 0-15,70 0 16,0 0-1,24 23 1,-70 1 0,-1-12-1,-23 0 1,23 35-16,-23 58 16,-83 1-1,-152 24 1,-48-13-1,165-93-15,-23 23 16,94-47 0,70 0 62,141 0-63,-117 0 1,12 0-16,58 0 16</inkml:trace>
  <inkml:trace contextRef="#ctx0" brushRef="#br0" timeOffset="19847.91">17615 10736 0,'0'0'0,"12"0"15,59 0 1,23 23-1,23-11 1,60 12 0,128-1 15,-105-11-15,24 11-1,11 1 1,-59-24-1,-129 0-15,106 0 16,-12 0 0,-82 0-1,71 12 1,-107-12-16,48 11 16,70-11-1,-47 0 1,-35 0-1,-12 0 1,-12 0 0,0 0 15,0 0-15,-23 0-16,24 0 15,34-11 1,-23 11-1,35 0 1,-23-24 0,0 24-1,-35 0-15,-1 0 16,1 0 0,-1 0-1,-11 0 1</inkml:trace>
  <inkml:trace contextRef="#ctx0" brushRef="#br0" timeOffset="20572.48">21896 10736 0,'47'0'78,"294"0"-47,-247 0-31,35 0 16,-11 0-16,176 0 15,-83 0 1,-46 0-1,82 0 1,-223 0-16,152 0 16,12 0-1,12 0 1,-118 0 0,-35 0-16,47 0 15,-58 0-15,-1 0 16,0 12-1,-11-12 1,-12 11 0,-1-11 15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2880" units="cm"/>
          <inkml:channel name="Y" type="integer" max="1800" units="cm"/>
          <inkml:channel name="T" type="integer" max="2.14748E9" units="dev"/>
        </inkml:traceFormat>
        <inkml:channelProperties>
          <inkml:channelProperty channel="X" name="resolution" value="83.72093" units="1/cm"/>
          <inkml:channelProperty channel="Y" name="resolution" value="83.72093" units="1/cm"/>
          <inkml:channelProperty channel="T" name="resolution" value="1" units="1/dev"/>
        </inkml:channelProperties>
      </inkml:inkSource>
      <inkml:timestamp xml:id="ts0" timeString="2026-09-08T06:02:45.50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9325 5138 0,'24'24'47,"-13"11"-32,25 24 1,-13-12 0,-11-47-1,141-59 95,-47 12-95,-36 12-15,177-71 16,-212 83-16</inkml:trace>
  <inkml:trace contextRef="#ctx0" brushRef="#br0" timeOffset="3631.95">13288 5715 0,'35'-12'63,"48"0"-48,-60 12-15,12 0 16,106-23-1,-94 23-15,83 0 16,58-12 0,-59 12-1,-46 0 1,34 0-16,-93 0 16,35 0-16,-24 0 15,-23 0 1</inkml:trace>
  <inkml:trace contextRef="#ctx0" brushRef="#br0" timeOffset="4924.14">26752 5773 0,'106'0'78,"-24"-11"-63,-34 11 1,116-12 0,-58-12-1,-35 24 17,-1 0-17,-58 0 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2880" units="cm"/>
          <inkml:channel name="Y" type="integer" max="1800" units="cm"/>
          <inkml:channel name="T" type="integer" max="2.14748E9" units="dev"/>
        </inkml:traceFormat>
        <inkml:channelProperties>
          <inkml:channelProperty channel="X" name="resolution" value="83.72093" units="1/cm"/>
          <inkml:channelProperty channel="Y" name="resolution" value="83.72093" units="1/cm"/>
          <inkml:channelProperty channel="T" name="resolution" value="1" units="1/dev"/>
        </inkml:channelProperties>
      </inkml:inkSource>
      <inkml:timestamp xml:id="ts0" timeString="2026-09-08T06:03:04.23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8384 5585 0,'36'0'63,"81"36"-48,13-13 1,69 12 0,-151-35-1,-13 0-15,-12 0 16,-11 0 0,0 0-1,11 0 1,1 0-1,-1 12-15,36 0 16,24-12 0,-36 0-1,-36 0-15,1 0 32,0 0 14,0 0-30</inkml:trace>
  <inkml:trace contextRef="#ctx0" brushRef="#br0" timeOffset="1267.98">13394 5609 0,'59'0'31,"-36"0"-16,1 0-15,34 0 16,-34 0-16,35 0 16,105 0-1,-34 0 1,-36-24 0,-59 24-16,-11 0 15,70-11 1,-47 11-1,12 0 1,-1 0 0,-22 0 15,-25 0-31</inkml:trace>
  <inkml:trace contextRef="#ctx0" brushRef="#br0" timeOffset="2064.67">6820 5679 0,'59'-23'63,"0"23"-48,106 0 1,-1 12-1,-93-12-15,58 11 16,-35-11 0,-47 0-1</inkml:trace>
  <inkml:trace contextRef="#ctx0" brushRef="#br0" timeOffset="2986.47">11653 5585 0,'142'0'63,"-25"0"-48,259 0 17,-93 24-1,-225-24-15,-46 0-1,0 0-15</inkml:trace>
  <inkml:trace contextRef="#ctx0" brushRef="#br0" timeOffset="5557.45">24130 4974 0,'106'0'63,"-12"0"-48,94 12-15,506 11 32,-200-23-17,-47 0 1,-200 0-16,-95 0 15,448 0 1,-212-12 0,-164-11-1,-1 23 1,12-24 0,-117 24-16,35 0 15,70 0 1,-152 0-1,-48 0-15,36 0 16,-12 0 0,-35 0-16,0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2880" units="cm"/>
          <inkml:channel name="Y" type="integer" max="1800" units="cm"/>
          <inkml:channel name="T" type="integer" max="2.14748E9" units="dev"/>
        </inkml:traceFormat>
        <inkml:channelProperties>
          <inkml:channelProperty channel="X" name="resolution" value="83.72093" units="1/cm"/>
          <inkml:channelProperty channel="Y" name="resolution" value="83.72093" units="1/cm"/>
          <inkml:channelProperty channel="T" name="resolution" value="1" units="1/dev"/>
        </inkml:channelProperties>
      </inkml:inkSource>
      <inkml:timestamp xml:id="ts0" timeString="2026-09-08T06:03:14.90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8384 5726 0,'0'0'0,"141"0"32,-105 0-17,-25 0-15,37 0 16,57 0 0,154 0-1,-188 0-15,117-11 16,-118 11-16,83 0 15,-106-12 1,-11 12-16</inkml:trace>
  <inkml:trace contextRef="#ctx0" brushRef="#br0" timeOffset="356.65">13029 5409 0,'24'0'15,"-48"0"-15,165 0 16,-47 0-16,36 0 16,187 0-1,189 0 1,-153 0 0,-12 0-1,-341-12 1</inkml:trace>
  <inkml:trace contextRef="#ctx0" brushRef="#br0" timeOffset="1109.24">22272 5938 0,'0'0'0,"24"-118"47,-1 71-31,1 47-1,70-11 1,11 11 0,37 0-1,-13 11 1,-47 1-1</inkml:trace>
  <inkml:trace contextRef="#ctx0" brushRef="#br0" timeOffset="1592.11">26223 5750 0,'0'0'0,"12"0"16,164 12 15,83 11-15,270 1-1,-94-24 1,-247 0-16,71 0 16,12-24-1,-236 24 1,-23 0-16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2880" units="cm"/>
          <inkml:channel name="Y" type="integer" max="1800" units="cm"/>
          <inkml:channel name="T" type="integer" max="2.14748E9" units="dev"/>
        </inkml:traceFormat>
        <inkml:channelProperties>
          <inkml:channelProperty channel="X" name="resolution" value="83.72093" units="1/cm"/>
          <inkml:channelProperty channel="Y" name="resolution" value="83.72093" units="1/cm"/>
          <inkml:channelProperty channel="T" name="resolution" value="1" units="1/dev"/>
        </inkml:channelProperties>
      </inkml:inkSource>
      <inkml:timestamp xml:id="ts0" timeString="2026-09-08T06:03:27.68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23248 4974 0,'0'0'0,"129"-24"78,60 13-62,10 11-16,119 0 15,211 0 1,-211 0-1,152 0 1,-223 0-16,94 0 16,71-36-1,34 13 17,-34 23-17,58-24 1,-352 24-16,270 0 15,-71 0 1,-117-23 0,-82 23-16,-71 0 15,0 0-15,24 0 16,-13 0 0,-34 0-1,-12 0 1,-1 0-1,13 0 1,-12 0 0</inkml:trace>
  <inkml:trace contextRef="#ctx0" brushRef="#br0" timeOffset="3999.54">22343 5879 0,'11'0'47,"48"0"-31,0-23-1,47 11 1,-36-12-16,-34 13 16,58-13-1,-71 24 1,-11-23 46</inkml:trace>
  <inkml:trace contextRef="#ctx0" brushRef="#br0" timeOffset="4658.5">27011 5773 0,'0'0'0,"59"0"16,0 0-16,-48 0 16,154 0-1,-118 0 1,118 0-1,-118 0 1,23 0-16,118 12 16,-117 0 15,-36-12-15,48 23-16</inkml:trace>
  <inkml:trace contextRef="#ctx0" brushRef="#br0" timeOffset="9816.2">20097 5315 0,'11'0'31,"1"12"-15,0 23-16,23-12 31,-23 1-31,0 11 15,-1-23 1,-11 0 0,12-36 46,0 1-46,11-1-1,1-46 1,-12 46 0,11-23 15,-23 35-31,0-23 16,12 12-1,-12 11 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2880" units="cm"/>
          <inkml:channel name="Y" type="integer" max="1800" units="cm"/>
          <inkml:channel name="T" type="integer" max="2.14748E9" units="dev"/>
        </inkml:traceFormat>
        <inkml:channelProperties>
          <inkml:channelProperty channel="X" name="resolution" value="83.72093" units="1/cm"/>
          <inkml:channelProperty channel="Y" name="resolution" value="83.72093" units="1/cm"/>
          <inkml:channelProperty channel="T" name="resolution" value="1" units="1/dev"/>
        </inkml:channelProperties>
      </inkml:inkSource>
      <inkml:timestamp xml:id="ts0" timeString="2026-09-08T06:04:10.30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9490 4974 0,'188'-24'78,"-118"24"-62,83 0-16,224 0 31,399 0-15,-212 12-1,-70-12 1,35 35-16,-247-35 16,36 0-16,-48 0 0,-140 0 15,399 0 1,-176 0 0,-165 0-16,-24-11 15,-11 11 1,-141 0-1</inkml:trace>
  <inkml:trace contextRef="#ctx0" brushRef="#br0" timeOffset="1383.53">14429 5691 0,'0'0'0,"-12"12"15,-23-12 1,11 0-16,-11 23 15,-48-11 1,48-12 0,-24 12-1,-23-12 1,-47 23 0,-36 1-16,0-12 15,24-12 1,-82 0-1,152 0 1,13 0 0,34 0-16,-46 0 15,11 0 17,-12-12-17,-46-59 1,70 36-1,23 12 1,24-13 0,0 13-1,0-36 1,0 36-16,59-36 16,47 23-1,35-22 1,176-25-1,-70 36 1,-106 47 15,24-11-15,-83 11 0,-11 0-16,-36 0 15,106 117 1,0 1-1,-47-12 1,-70-71-16,-1 0 16,-11-23-16,0 11 15,-12-11 1</inkml:trace>
  <inkml:trace contextRef="#ctx0" brushRef="#br0" timeOffset="2965.47">22378 4880 0,'0'0'0,"212"0"31,-24 0-15,-82 0-1,82 0 1,-94 0-16,-24 0 15,354 0 1,-295 0 0,153 0-1,-129 0 1,329 0 0,341 0-1,-482 0 1,-23 0-1,117 0 1,-294 0 0,59 0-16,-59 0 15,118 0 1,-83 12 0,-105-12-16,46 0 15,-34 0 1</inkml:trace>
  <inkml:trace contextRef="#ctx0" brushRef="#br0" timeOffset="4523.95">27552 5985 0,'0'12'31,"-24"0"-15,13-12-1,-83 0 1,0 0-16,-48-12 15,-22 0 1,81-23 0,36 23-1,24 0-15,-12-11 16,-12-1 0,11 13-1,13-37 1,11 25-1,12-24-15,0 35 16,0-23-16,35-47 16,12 35-1,130-24 1,81-35 0,-140 83-1,23 11 1,165 12-1,-141 0 1,-130 0 0,0 0-16,36 0 15,-48 35 1,36 24 0,-24 23-1,1 36 1,-36-36-1,0-35 1,-12-35 0,0 0-1,12-1-15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2880" units="cm"/>
          <inkml:channel name="Y" type="integer" max="1800" units="cm"/>
          <inkml:channel name="T" type="integer" max="2.14748E9" units="dev"/>
        </inkml:traceFormat>
        <inkml:channelProperties>
          <inkml:channelProperty channel="X" name="resolution" value="83.72093" units="1/cm"/>
          <inkml:channelProperty channel="Y" name="resolution" value="83.72093" units="1/cm"/>
          <inkml:channelProperty channel="T" name="resolution" value="1" units="1/dev"/>
        </inkml:channelProperties>
      </inkml:inkSource>
      <inkml:timestamp xml:id="ts0" timeString="2026-09-08T06:04:29.53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10325 4809 0,'0'0'0,"35"12"46,24-12-30,35 0-16,35 0 16,400 0-1,48 0 1,10 0 0,-304 0-16,-154 0 15,212 0-15,247 0 16,-176 0-1,-1-12 1,1-35 0,-154 24-1,-128 23 1,-13 0-16,-58 0 31,-59-12-15</inkml:trace>
  <inkml:trace contextRef="#ctx0" brushRef="#br0" timeOffset="369.36">15816 4598 0,'35'0'31,"-11"0"-15,-24 35-16,12-23 0,0 11 15,23 36 1,-23-47 0,-12-1-1,11-11 48,107-47-48,-83 24 1,47-1-16</inkml:trace>
  <inkml:trace contextRef="#ctx0" brushRef="#br0" timeOffset="2536.36">11054 11688 0,'11'0'78,"1"12"-63,0-12 48,59-12-48,-60 12 1,95-58-16,-24-1 16,-46 24-16,70-71 15,-71 82 1,0 1-16</inkml:trace>
  <inkml:trace contextRef="#ctx0" brushRef="#br0" timeOffset="4666.77">10572 12265 0,'-94'47'63,"-24"94"-47,-35 59-1,12 105 1,94-199-16,-47 94 15,47-94-15,-12 106 16,35-83 0,1-23-16,23 117 15,0-129 1,12 94 0,35 48-1,12-13 1,-24-23-1,12-24-15,-35-129 16,11 36-16,48 105 0,-24-82 16,-12-24-16,94 177 15,1-36 1,34 36-16,-105-142 16,12-11-16,35 59 15,140 199 1,-163-270-1,93 95 1,-94-95-16,36-12 16,176 94-1,47-58 17,12-47-17,0-1 1,340-46-1,-222-24 1,11-36 0,-200 13-1,130-36 1,-306 47-16,93-70 16,-57-12-16,-48-35 15,-47-13-15,-12 72 16,12-71-16,-35 47 15,11-12-15,-23-23 16,24-36-16,-1-153 16,-23-23-1,24 106 1,-1-106 15,-23 271-31,0-213 16,0-105-1,-47 106-15,36 188 16,-60-212 0,47 259-16,-34-188 15,22 106 1,-34-201 0,11 154-1,12 35-15,24 47 16,-13-12-16,-46-94 15,70 153-15,-58-129 16,46 117 0,12 12-16,-35-59 15,36 59-15,-25-71 32,-58 24-17,35 36 1,1 22-16,11 13 15,-153-24 1,-71 47 0,48 0-1,129 0-15,-153 0 16,-12 0 0,130 0-16,-154 0 15,154-24-15,-94 1 16,-165-1-1,188 1 1,35 23 0,95 0-1,-119 0-15,131 0 16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2880" units="cm"/>
          <inkml:channel name="Y" type="integer" max="1800" units="cm"/>
          <inkml:channel name="T" type="integer" max="2.14748E9" units="dev"/>
        </inkml:traceFormat>
        <inkml:channelProperties>
          <inkml:channelProperty channel="X" name="resolution" value="83.72093" units="1/cm"/>
          <inkml:channelProperty channel="Y" name="resolution" value="83.72093" units="1/cm"/>
          <inkml:channelProperty channel="T" name="resolution" value="1" units="1/dev"/>
        </inkml:channelProperties>
      </inkml:inkSource>
      <inkml:timestamp xml:id="ts0" timeString="2026-09-08T06:05:02.48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14593 12429 0,'0'130'47,"0"11"-15,0-47-32,-23 35 15,-1-23-15,1 0 16,-36 141-1,24-106 1,-1 82 0,36-117-1,-23 59 1,-1-36-16,24-70 16,0 0-16,-35 141 15,0 35 1,11-118-1,12 213 1,-11-213 0,11-11-1,-47 23 17,-11-23-17,23-47 1,23-12-1,-23-23 1,-35 23 0,47-24-16,-71 24 15,-12 12 1,-11 0 0,58-48-16,-82 25 31,-129 46-16,106-47 1,70 12 0,-12-11-1,-105 34 1,176-46 15,-106 11-15,83-23-16,-142 58 31,141-58-31,-35 12 16,-93 34-1,93-34-15,-47 35 32,23-12-17,1 12 1,59-24-1,-24 71 1,70-71 0,-70 59-1,47-12 1,0 12 15,47-47-15,23-11-1,-11-25 1,12 13 0,11-12-16,-12 0 15,60 11 1,-13-11-16,107-12 16,46 23-1,59-23 1,-11 0-1,-177 0-15,259-58 16,141-72 0,-189 60-1,166-13 1,-224 25 15,-118 34-31,106-47 16,-129 24-1,47-70 1,94-71 0,-130 117-16,-34-11 15,23 23-15,11-35 16,201-200 0,-260 235-16,95-141 15,-94 83-15,12 11 16,-36 23-16,141-222 15,-93 117 1,11-165 0,-71 188-1,-23 59 1,12 36-16,-12-1 16,23-46-1,-23-95 1,-35 59-1,0-23 1,11 82-16,-34-83 16,-1 24-1,12 24 1,-47 23 0,58 47-16,-69-46 15,11 11 1,47 58-1,-24 13 1,12-13 0,12 1-1,-35 12-15,-71-13 16,94 25 15,-70 11-15,117 0-16,-23 0 15,23 0-15,-47 0 16,47 0 0,-23 0-1,23 0 1,-11 0-16,11 0 16,0 0-1</inkml:trace>
  <inkml:trace contextRef="#ctx0" brushRef="#br0" timeOffset="6702.92">10960 12253 0,'-177'0'31,"95"47"-15,-118 106 15,-70 58-16,11 1 1,59 11 0,82-81-16,13 34 15,-131 247 1,225-399 0,11 93-16,-24 25 15,48-1 1,23-36-16,-36-57 15,95 128 1,47 59 0,-24-82 15,36-12-15,-106-117-16,35 23 15,176-47 1,-46 0-1,-95 0-15,12-24 16,-11 1-16,34-1 16,-11 1-16,200-36 15,-188 35-15,129-46 16,-24-13 0,-35 1-16,-164 47 15,105-59-15,118-283 31,-165 154-15,-46 70 0,-36 71-1,-24 47 1,48-118-16,-36 47 31,0-12-15,36-82-16,-48 130 15,13-107 1,-13 107-16,-11-83 16,12 82-1,-24-23-15,0 36 16,-24-25 0,12 60-16,-11-36 15,-83-59 1,-47 24-1,-47 12 1,59 47 0,-165-12-1,189 47 1,-154 0 15,177 0-31,0 0 16,-35 0-16,-12 11 15,-283 60 1,72-24 0,-37 0-1,354-35 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ax="2880" units="cm"/>
          <inkml:channel name="Y" type="integer" max="1800" units="cm"/>
          <inkml:channel name="T" type="integer" max="2.14748E9" units="dev"/>
        </inkml:traceFormat>
        <inkml:channelProperties>
          <inkml:channelProperty channel="X" name="resolution" value="83.72093" units="1/cm"/>
          <inkml:channelProperty channel="Y" name="resolution" value="83.72093" units="1/cm"/>
          <inkml:channelProperty channel="T" name="resolution" value="1" units="1/dev"/>
        </inkml:channelProperties>
      </inkml:inkSource>
      <inkml:timestamp xml:id="ts0" timeString="2026-09-08T06:05:19.29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6127 13546 0,'0'24'110,"-47"-1"-95,11-23 1,-11 0-1,12-11 1,-24-36 0,47 35-16,-23-35 15,23 35 1,12-23 15,0-12-15,0 11-1,0 25-15,12-25 16,23 13 0,59-59-1,-35 46 1,12 25-16,-12-13 16,-1 12-1,-22 0 1,-13 12-1,-11 0-15,0 0 16,-1 0-16,37 36 16,22 11-1,1 23 1,-24-46 15,-24-12-31,-11 11 16,0 1-1,-12-13-15,11 1 16,-11 35 0,0-35-16,0 11 15,0 25 1,-11 10 0,-1-46-1,-12 35 1,1-47 31,11 12-32,0-12 1,1 12 15,-1-12 16,-35 0-31,23 0-1,-11 0 1,12 0-16,11 0 16,-24 0-1,-11 0 1,12 11-1</inkml:trace>
  <inkml:trace contextRef="#ctx0" brushRef="#br0" timeOffset="3270.25">11018 13570 0,'0'12'62,"-47"-12"-31,-35-59-15,35 35 0,24-35-1,-1 12 1,24-47 0,0 36-16,12 34 15,0-11-15,35 0 16,0-24-1,11 35 1,25-11 0,-25 11-16,37 24 15,-25-11 1,-35 11 15,-23 0-31,23 35 16,71 47-1,-70-46-15,-1-1 0,-23 0 16,46 24 0,-22 58-1,-36-93 1,-47 94 0,23-48-1,-23-23 1,24-35-16,11 0 15,-47 23 1,24-35-16,-24 35 16,12-35 15,35 0-31,-35 0 31,12 0-15,0 0-1,23 0 1,0 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ax="2880" units="cm"/>
          <inkml:channel name="Y" type="integer" max="1800" units="cm"/>
          <inkml:channel name="T" type="integer" max="2.14748E9" units="dev"/>
        </inkml:traceFormat>
        <inkml:channelProperties>
          <inkml:channelProperty channel="X" name="resolution" value="83.72093" units="1/cm"/>
          <inkml:channelProperty channel="Y" name="resolution" value="83.72093" units="1/cm"/>
          <inkml:channelProperty channel="T" name="resolution" value="1" units="1/dev"/>
        </inkml:channelProperties>
      </inkml:inkSource>
      <inkml:timestamp xml:id="ts0" timeString="2026-09-08T06:05:31.60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13276 3692 0,'59'12'47,"0"82"-32,47 82 1,-59-70 0,-12-47-16,0-36 15,-11 13-15,-1 11 16,-11-47-1,0 0 1,117-59 0,0-35-1,24-12 1,12 12 15,-59 35-31</inkml:trace>
  <inkml:trace contextRef="#ctx0" brushRef="#br0" timeOffset="3776.09">13206 8549 0,'-36'23'94,"-22"1"-78,-13-13-16,-246-11 31,152 24-16,-141-1 1,106 13 0,94-13-1,83-23-15,11 0 16,-47-47 0,24 12-1,0-24 1,11 47-16,-23-58 15,35 35-15,12-12 16,-23-130 0,70 71-1,94-23 1,-94 94 0,59-48-1,176-46 1,12 47-1,0 35 1,-235 47-16,12 0 16,128 0-1,-116 23 1,70 36 0,-106-47-16,0 23 31,-36-23-31,36 47 15,-23-1 1,-24-11 0,0 12-1,0-47 1,0 23-16,0-23 16,0 12-16,-12 11 0,0 47 31,-11-47-31,23-11 15,-24 46 1,24-58-16,-11 0 16,-13-12-1,24 12-15,-12-1 16,1 1 0,-1 0-1,-12 35 1,-11 0-1,23-35 1,12 0-16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ax="2880" units="cm"/>
          <inkml:channel name="Y" type="integer" max="1800" units="cm"/>
          <inkml:channel name="T" type="integer" max="2.14748E9" units="dev"/>
        </inkml:traceFormat>
        <inkml:channelProperties>
          <inkml:channelProperty channel="X" name="resolution" value="83.72093" units="1/cm"/>
          <inkml:channelProperty channel="Y" name="resolution" value="83.72093" units="1/cm"/>
          <inkml:channelProperty channel="T" name="resolution" value="1" units="1/dev"/>
        </inkml:channelProperties>
      </inkml:inkSource>
      <inkml:timestamp xml:id="ts0" timeString="2026-09-08T06:06:12.08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7420 6009 0,'0'35'47,"12"-12"-31,11 13-1,-11-13 1,-12-11 0,24-47 46,-1-1-46,1 25-16,-13-25 15,1 25 1,23-25-16,-23 13 16</inkml:trace>
  <inkml:trace contextRef="#ctx0" brushRef="#br0" timeOffset="1117.09">15699 5985 0,'23'0'31,"-11"35"-15,-12-11-1,12-1 1,-12-11 0,82-47 109</inkml:trace>
  <inkml:trace contextRef="#ctx0" brushRef="#br0" timeOffset="2234.25">24189 5832 0,'59'47'15,"-36"-11"1,1-25-16,-13-11 15,-11 12 32,12-12 0,118-59 31,-72 24-78</inkml:trace>
  <inkml:trace contextRef="#ctx0" brushRef="#br0" timeOffset="4134.12">32150 5785 0,'12'0'0,"35"12"32,-36 0-17,1-1 1,0 25 15,35 58-15,-12-35-1,-23 11 1,-12-46 0,0-13-16,141-34 78,59-12-63,-94 11-15,94-987 16,-94 1952 0,-95-941-16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ax="2880" units="cm"/>
          <inkml:channel name="Y" type="integer" max="1800" units="cm"/>
          <inkml:channel name="T" type="integer" max="2.14748E9" units="dev"/>
        </inkml:traceFormat>
        <inkml:channelProperties>
          <inkml:channelProperty channel="X" name="resolution" value="83.72093" units="1/cm"/>
          <inkml:channelProperty channel="Y" name="resolution" value="83.72093" units="1/cm"/>
          <inkml:channelProperty channel="T" name="resolution" value="1" units="1/dev"/>
        </inkml:channelProperties>
      </inkml:inkSource>
      <inkml:timestamp xml:id="ts0" timeString="2026-09-08T06:12:38.54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3904 6350 0,'82'-12'63,"283"-12"-48,-165 1 1,-106 23 0,129 0 15,-58 12-15,-118-12-16,153 0 15,-12 0 1,83 0-1,-177 0-15,0 0 16,258 0 0,-105 23-16,-153-23 15,12 0-15,177 24 16,-178-24-16,-46 0 16,12 0-16,105 23 15,95 1 1,-48-1-1,36-23 1,282 24 0,-189-24 15,-187 23-31,117-23 16,-58 24-1,93-24 1,-117 0-1,-71 0-15,-34 0 16,10 12-16,142-12 16,224 0-1,-213 0 1,-69 0 0,-119 0-16,177 0 15,-106 23 1,-23-999-1,-1 1952 1,-58-976 0,-12 0-16,24 0 15,-24 0 1,411 24 0,-293-24-1,-83 0 1,-70 0-16,0 0 15</inkml:trace>
  <inkml:trace contextRef="#ctx0" brushRef="#br0" timeOffset="4400.68">15099 6655 0,'-153'0'31,"59"0"-15,0 0-16,23 0 16,-70 0-16,71-23 15,-71-1-15,-95-58 16,48-24 0,47-35-1,35-141 1,71 94-1,35-24 1,23-11 0,83 46 15,-59 142-31,330-94 16,-83 82-1,-106 47 1,70 0-1,-210 0-15,104 11 16,-22 60-16,81 35 16,13 117-1,-24 95 1,-106-130 0,-12 12-16,-47-83 15,-23 60 1,-12-83-1,-117 70 1,81-128 0,13-25-1</inkml:trace>
  <inkml:trace contextRef="#ctx0" brushRef="#br0" timeOffset="5483.8">17310 6326 0,'164'0'32,"95"0"-1,364-12-16,-117 12 1,-71 0 0,0 0-1,259 0 1,-224 0 0,-35 0-1,-23 0 1,-71 0-1,-176 0 1,-13 0-16,-22 0 0,58 0 16,-59 0 15,-70-23-15,-47 23-16,23 0 15,-23 0 1,0 0-1,-1 0 1,1 0 0</inkml:trace>
  <inkml:trace contextRef="#ctx0" brushRef="#br0" timeOffset="5961.66">26788 6091 0,'0'0'0,"11"71"16,13-36-16,11 12 15,-23 0 1,0-35-16,-1 23 16,1-23-16,-12-1 15,24-11 1,-13 0 31,84 0-32</inkml:trace>
  <inkml:trace contextRef="#ctx0" brushRef="#br0" timeOffset="7416.86">29657 6303 0,'0'0'0,"-141"23"15,0-23 1,70 0-16,1 12 15,-1-12 1,-70 0-16,-24 0 16,-23 0-1,0-59 17,82 12-32,-11-12 15,46-23 1,0-47-1,13-48 1,58 36 0,0 71-16,105-72 15,142 13 1,118-12 0,117 12-1,-235 105-15,294-11 16,-47 35-1,-59 0 1,-71 59 0,-117 82 15,-200-106-31,36 94 16,-48 12-1,-47 59 1,-11-129-16,23-12 15,-106 141 1,-129-71 0,-71-11-1,118-95-15,0 1 16,23-1-16,0-23 16,95 0-16,-165 0 15,35 0 1,82 0-1,-35 0 1,36 0 0,-24 0-16,47 0 31,58 0-15</inkml:trace>
  <inkml:trace contextRef="#ctx0" brushRef="#br0" timeOffset="94615.07">3916 8502 0,'23'0'109,"71"11"-93,71-11-1,35 24 1,-71-1-16,165-23 16,-35 12-1,-94-12 1,-1 0 0,-117 0-16,59 0 15,-35 0 1,-1 0-1,-11 0 1,-24 0-16,59 0 16,-23 0-1,-36 0-15,36 0 0,-36 0 32,83 24-17,58-24 1,-105 0-16,70 0 15,70 0 1,-70 0 0,24 0-1,23 0 1,94 0-16,-176 0 16,-35 0-16,58 0 15,-93-12 1,-25 12-16</inkml:trace>
  <inkml:trace contextRef="#ctx0" brushRef="#br0" timeOffset="95915.15">7702 7408 0,'0'24'16,"0"11"0,0-23-1,0 35 17,36 23-17,34 12 1,1-23-1,-48-47 1,-23 0-16,12-12 16,82-83 31,-23 13-32,-24 35 1,-24-1-1,1 25 1,-13-1 0,1 12-1</inkml:trace>
  <inkml:trace contextRef="#ctx0" brushRef="#br0" timeOffset="116770.64">5174 9783 0,'71'0'125,"70"0"-94,-94 0-31,0 0 16,-12 0-16,12 0 15,35 0 1,1 0 0,-48 0-1,0 0-15,1 0 16,-13 0-16,24 0 16,12 0-1,-36 0-15,-11 0 16,59 0-1,-36 0-15,71 24 16,-36-24 0,-23 12-1,59-12 1,12 0 15,11 11-15,48-11-1,-83 0 1,-35 0-16,-12 0 16,164 0-1,-105 0 1,0 0 0,-59 0-16,0 0 15,0 0-15,59 0 16,-47-976-1,-1 1952 1,1-952 0,12-12-1,-48-12 1,-11 0 0,23 0-16,-11 0 15,-1 0 1,1 11-1</inkml:trace>
  <inkml:trace contextRef="#ctx0" brushRef="#br0" timeOffset="122890.46">16122 9783 0,'-12'12'94,"0"-12"-63,-11 12-16,-1-12-15,13 12 16,-1-12 0,0 0-16,0 11 15,1-11-15,-95 36 16,12-25 0,-141 36-1,58-23 1,130-12-16,-106 11 15,106-23-15,0 0 16,-70 12 0,69-12-1,-10 0 1,11 0 0,23 0-1,-35 0-15,-82 0 16,-23 0-1,-1 0-15,106-23 16,0 23 0,48-12-16,-72-35 15,36-24 1,12 12 0,23-23-1,12 11-15,0 1 16,0-1-16,24-81 15,35-25 1,-1 24 0,1-23-1,-24 105 1,24-58-16,12 23 31,35 0-15,-48 71-16,72-47 31,-83 70-31,12-23 16,11 35-1,-35 0 1,24 11 0,47 25-16,-35-25 15,-24 13-15,35 11 16,-11 12-1,-36-35 1,35 47-16,24 35 16,-70-59-16,94 48 15,-36 11 17,-12-36-17,-46-22 1,-12 11-16,-12-36 15,23 13-15,-11 58 16,0-23 0,11-12-1,-11 35 1,0-70-16,-12 47 16,0 0-1,12-24 1,-12 0-1,0-23 1,0 12 0,0-1-1,0 36 1,0-12 15,0-35-31,0-1 16</inkml:trace>
  <inkml:trace contextRef="#ctx0" brushRef="#br0" timeOffset="124590.44">18697 9807 0,'-106'23'32,"59"-23"-17,-11 0 1,34 0-1,12 0 1,-105 0 0,81 0-16,-11 12 15,-235 12 1,212-24-16,-95 23 16,-258 12-1,129-35 1,94 0-1,35-58 1,59-13 0,71 36-16,-59-71 15,47 0 1,0-35 15,12 12-15,35-12-1,0 105-15,35-117 16,106 1 0,12 22-1,59 48 1,-48 35-16,142-24 16,47 24-1,-165 47 1,165 0-1,-59 0 1,-224 12-16,106 47 16,130 82-1,-200-47 1,0-12 15,-83-46-31,48 69 16,-59-22-1,-12 23 1,0 35 0,-59-12-1,47-94-15,-58 48 16,46-48 0,-82 59-1,59-47 1,24-12-16,-48 12 15,36-35 1,0 12 0,23-13-1,0-11 1</inkml:trace>
  <inkml:trace contextRef="#ctx0" brushRef="#br0" timeOffset="149141">8373 10806 0,'82'12'62,"24"35"-46,-36-35-16,36 11 15,0 25-15,106 10 16,-36-11 0,59-11-1,24 11 1,-106-47-16,70 35 16,224-12-1,59 36 1,-118-12-1,23 24 1,-152-48-16,59 24 16,-95-23-1,-35-24 1,-47 0 15,-70 0-31,82 0 16,11-24-1,36-11 1,-94 12 0,0-1-1,-36 24-15</inkml:trace>
  <inkml:trace contextRef="#ctx0" brushRef="#br0" timeOffset="150714.44">15381 10724 0,'-12'24'15,"-70"-1"1,47 1-16,-36-13 15,24 13-15,-35-12 16,-118 46 0,-23 1-1,46-12 1,130-35-16,-12 12 16,-58 11-16,58-35 15,-59 47-15,36-24 16,-47 1-1,70-1 1,12-23-16,-83 12 16,107-12-1,-59 0-15,35 0 16,-24 0 0,59 0-1,-11 0 1,11 0-16</inkml:trace>
  <inkml:trace contextRef="#ctx0" brushRef="#br0" timeOffset="152023.07">15922 10936 0,'24'-12'63,"105"-12"-48,-59 24 1,236 0 0,23 0-1,-70 0 1,-71 0-16,95-11 16,69 11-1,-34-24 1,-1-11-1,-46 35 1,-177 0 0,-35 0-1,-36 0 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2026/9/8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2026/9/8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88975" y="69215"/>
            <a:ext cx="5925820" cy="685165"/>
          </a:xfrm>
        </p:spPr>
        <p:txBody>
          <a:bodyPr/>
          <a:lstStyle>
            <a:lvl1pPr eaLnBrk="1" fontAlgn="auto" latinLnBrk="0" hangingPunct="1">
              <a:lnSpc>
                <a:spcPct val="100000"/>
              </a:lnSpc>
              <a:defRPr sz="3200" b="1">
                <a:latin typeface="+mn-ea"/>
                <a:ea typeface="+mn-ea"/>
              </a:defRPr>
            </a:lvl1pPr>
          </a:lstStyle>
          <a:p>
            <a:r>
              <a:rPr lang="ko-KR" altLang="en-US" dirty="0"/>
              <a:t>맑은 고딕</a:t>
            </a:r>
            <a:endParaRPr lang="zh-CN" altLang="en-US" dirty="0"/>
          </a:p>
        </p:txBody>
      </p:sp>
      <p:cxnSp>
        <p:nvCxnSpPr>
          <p:cNvPr id="6" name="直接连接符 5"/>
          <p:cNvCxnSpPr/>
          <p:nvPr userDrawn="1"/>
        </p:nvCxnSpPr>
        <p:spPr>
          <a:xfrm>
            <a:off x="724615" y="855569"/>
            <a:ext cx="10800000" cy="0"/>
          </a:xfrm>
          <a:prstGeom prst="line">
            <a:avLst/>
          </a:prstGeom>
          <a:ln w="38100" cmpd="thickThin">
            <a:solidFill>
              <a:schemeClr val="accent1">
                <a:shade val="5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/>
          <p:cNvSpPr txBox="1"/>
          <p:nvPr userDrawn="1"/>
        </p:nvSpPr>
        <p:spPr>
          <a:xfrm>
            <a:off x="11275695" y="6582410"/>
            <a:ext cx="91630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9A0DB2DC-4C9A-4742-B13C-FB6460FD3503}" type="slidenum">
              <a:rPr lang="en-US" altLang="zh-CN" sz="1200"/>
              <a:t>‹#›</a:t>
            </a:fld>
            <a:endParaRPr lang="en-US" altLang="zh-CN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88975" y="69215"/>
            <a:ext cx="5925820" cy="685165"/>
          </a:xfrm>
        </p:spPr>
        <p:txBody>
          <a:bodyPr/>
          <a:lstStyle>
            <a:lvl1pPr eaLnBrk="1" fontAlgn="auto" latinLnBrk="0" hangingPunct="1">
              <a:lnSpc>
                <a:spcPct val="100000"/>
              </a:lnSpc>
              <a:defRPr sz="3200" b="1">
                <a:latin typeface="+mn-ea"/>
                <a:ea typeface="+mn-ea"/>
              </a:defRPr>
            </a:lvl1pPr>
          </a:lstStyle>
          <a:p>
            <a:r>
              <a:rPr lang="ko-KR" altLang="en-US" dirty="0"/>
              <a:t>맑은 고딕</a:t>
            </a:r>
            <a:endParaRPr lang="zh-CN" altLang="en-US" dirty="0"/>
          </a:p>
        </p:txBody>
      </p:sp>
      <p:sp>
        <p:nvSpPr>
          <p:cNvPr id="8" name="文本框 7"/>
          <p:cNvSpPr txBox="1"/>
          <p:nvPr userDrawn="1"/>
        </p:nvSpPr>
        <p:spPr>
          <a:xfrm>
            <a:off x="10365105" y="6502400"/>
            <a:ext cx="91630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9A0DB2DC-4C9A-4742-B13C-FB6460FD3503}" type="slidenum">
              <a:rPr lang="en-US" altLang="zh-CN" sz="1200"/>
              <a:t>‹#›</a:t>
            </a:fld>
            <a:endParaRPr lang="en-US" altLang="zh-CN" sz="1200" dirty="0"/>
          </a:p>
        </p:txBody>
      </p:sp>
      <p:cxnSp>
        <p:nvCxnSpPr>
          <p:cNvPr id="3" name="直接连接符 5">
            <a:extLst>
              <a:ext uri="{FF2B5EF4-FFF2-40B4-BE49-F238E27FC236}">
                <a16:creationId xmlns:a16="http://schemas.microsoft.com/office/drawing/2014/main" id="{6A8ED99C-B3F8-C963-CA97-3E5514A77648}"/>
              </a:ext>
            </a:extLst>
          </p:cNvPr>
          <p:cNvCxnSpPr/>
          <p:nvPr userDrawn="1"/>
        </p:nvCxnSpPr>
        <p:spPr>
          <a:xfrm>
            <a:off x="724615" y="855569"/>
            <a:ext cx="10800000" cy="0"/>
          </a:xfrm>
          <a:prstGeom prst="line">
            <a:avLst/>
          </a:prstGeom>
          <a:ln w="38100" cmpd="thickThin">
            <a:solidFill>
              <a:schemeClr val="accent1">
                <a:shade val="5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166526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2B2603B-FF2D-EAD3-CD2D-339394F84A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5E318E9C-F6F9-DDF1-C028-37A2C06BB6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2026/9/8</a:t>
            </a:fld>
            <a:endParaRPr lang="zh-CN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12E7119E-FBAA-FFC5-35A4-0714802A0C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CA787C1-0686-C474-3B16-21042910D7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931486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6F5A7A0C-D496-BF0C-E61D-E2147A52DA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9BCEEE-11A2-4CC7-94B4-A4070EFA7818}" type="datetimeFigureOut">
              <a:rPr lang="ko-KR" altLang="en-US" smtClean="0"/>
              <a:t>2026-09-08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15C9A9FC-B570-F0E2-9F02-3239805AD8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E7BBD7B-A6F5-9861-7BC7-C55C8E1C3E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DF35A-5B12-463B-85D2-D8E7B9894F7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786411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C3192CB-80CD-7EED-4F39-376A331497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DA58BA17-913E-82AD-6595-8EAAAFC1840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69D3785-BE7F-5E7F-593B-4D97A554B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9BCEEE-11A2-4CC7-94B4-A4070EFA7818}" type="datetimeFigureOut">
              <a:rPr lang="ko-KR" altLang="en-US" smtClean="0"/>
              <a:t>2026-09-08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213AEF1-1E51-87D8-1EDF-DC079AD0BD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6DF27AD-E649-A179-37C4-97B88F7693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DF35A-5B12-463B-85D2-D8E7B9894F7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433536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8566FD3-1969-E90E-6669-12B5CB1BA2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40B18D5-5C1A-615C-943D-7EA7CA6F7F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331C66C-66CB-EE1B-2E3A-53370CAE7A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9BCEEE-11A2-4CC7-94B4-A4070EFA7818}" type="datetimeFigureOut">
              <a:rPr lang="ko-KR" altLang="en-US" smtClean="0"/>
              <a:t>2026-09-08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654228D-5A85-C75E-F60E-E56BE3F4AA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B9CE3A7-868A-68F3-958B-DFDFCF0FA6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DF35A-5B12-463B-85D2-D8E7B9894F7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42797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075255B-E584-2E89-CD4B-309FDDC01D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D1CE79C-823A-1D13-1E8E-EEB89C52D4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717C2E1-BE5A-849D-EB1A-0C9BFB4AB5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9BCEEE-11A2-4CC7-94B4-A4070EFA7818}" type="datetimeFigureOut">
              <a:rPr lang="ko-KR" altLang="en-US" smtClean="0"/>
              <a:t>2026-09-08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EF9CC4C-1562-F130-4E0B-9B192DD67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098BE50-6626-7A7E-BD0D-C107254C37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DF35A-5B12-463B-85D2-D8E7B9894F7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798164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DE07961-9D24-6DD4-5668-A5E3DECEDC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A658744-B6AB-867A-4332-AE57E220C32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2B9F7C0-B882-6A90-868E-82008549E4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785EFE6-19F6-4C18-F833-34372224B7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9BCEEE-11A2-4CC7-94B4-A4070EFA7818}" type="datetimeFigureOut">
              <a:rPr lang="ko-KR" altLang="en-US" smtClean="0"/>
              <a:t>2026-09-08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39219A2-A924-E772-FE3B-E3A5C56176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B722FCA-98D5-420B-6CBE-F673B1E5E1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DF35A-5B12-463B-85D2-D8E7B9894F7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485820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CCEA8FE-20A2-A64A-85DE-9760DB11C4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F6BEC78-923B-D233-132E-2C1C656AED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9389E84-98F6-8C84-4734-46A8E23C51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EE8AAF61-F2D4-C726-5051-00F25224316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68449406-B00F-EBEB-A935-4BC3509BF2F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823E5E12-633A-887E-82FE-32E5236903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9BCEEE-11A2-4CC7-94B4-A4070EFA7818}" type="datetimeFigureOut">
              <a:rPr lang="ko-KR" altLang="en-US" smtClean="0"/>
              <a:t>2026-09-08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D6ECA5DE-0AEB-A71F-010B-539CE2A692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16A2FE82-56C4-8E40-D1A8-16D3AD9C53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DF35A-5B12-463B-85D2-D8E7B9894F7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541675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3C64BCF-01D2-8E39-871D-A997DF3652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37AE8701-CC81-5A4E-D356-891306F0A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9BCEEE-11A2-4CC7-94B4-A4070EFA7818}" type="datetimeFigureOut">
              <a:rPr lang="ko-KR" altLang="en-US" smtClean="0"/>
              <a:t>2026-09-08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83CA124D-12DC-C044-5105-8F9F85D311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D8C8F26-CF4C-31BD-7B0E-B9B9CDD383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DF35A-5B12-463B-85D2-D8E7B9894F7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8161696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6F5A7A0C-D496-BF0C-E61D-E2147A52DA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9BCEEE-11A2-4CC7-94B4-A4070EFA7818}" type="datetimeFigureOut">
              <a:rPr lang="ko-KR" altLang="en-US" smtClean="0"/>
              <a:t>2026-09-08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15C9A9FC-B570-F0E2-9F02-3239805AD8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E7BBD7B-A6F5-9861-7BC7-C55C8E1C3E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DF35A-5B12-463B-85D2-D8E7B9894F7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8965144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086A71E-A62B-9338-134B-01071C0B47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6BE0576-2825-28D9-0527-2C924E640D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2C0E96D-C9F0-DF2C-D2A9-ACBDDD79C2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AA8C05B-FD18-C2AF-64C0-7DF530002D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9BCEEE-11A2-4CC7-94B4-A4070EFA7818}" type="datetimeFigureOut">
              <a:rPr lang="ko-KR" altLang="en-US" smtClean="0"/>
              <a:t>2026-09-08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F292B05-FFFD-8EF2-84C1-294E3386BB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A6316F4-4F64-9738-962E-C0AEF047C8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DF35A-5B12-463B-85D2-D8E7B9894F7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063456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49C8C25-074B-5F3C-1D07-93976D964D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EF07E289-6FB7-FD26-6FDB-289A6B452A9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D6982A8-D7BC-21A9-6884-059CCAD1F9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FDA1B32-E1AC-6E61-26DB-85432A1256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9BCEEE-11A2-4CC7-94B4-A4070EFA7818}" type="datetimeFigureOut">
              <a:rPr lang="ko-KR" altLang="en-US" smtClean="0"/>
              <a:t>2026-09-08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D2039FA-855C-76B2-96D3-4CC44AC95E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CA7FFF3-9BC2-E80E-DD3F-59579BA892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DF35A-5B12-463B-85D2-D8E7B9894F7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7939841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C205AA8-EDF8-AE12-4535-C4DF36AA15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B3C6A58-BCDD-D37A-4A7A-7A5B30540FB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69C620F-C41D-04CC-46F9-7EF0B816E7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9BCEEE-11A2-4CC7-94B4-A4070EFA7818}" type="datetimeFigureOut">
              <a:rPr lang="ko-KR" altLang="en-US" smtClean="0"/>
              <a:t>2026-09-08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9CA86E5-6C55-4DD7-27EF-BFBA5B1244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256353C-C847-4DE3-11D4-00A188868C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DF35A-5B12-463B-85D2-D8E7B9894F7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3684506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C67A30AF-3670-9687-0278-D5433EF5DAA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EAF23F3-353A-79BF-4C34-BB42614039F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BC0C2C3-5E7F-B534-1BA2-641AC429EA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9BCEEE-11A2-4CC7-94B4-A4070EFA7818}" type="datetimeFigureOut">
              <a:rPr lang="ko-KR" altLang="en-US" smtClean="0"/>
              <a:t>2026-09-08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DF4D913-9B17-8670-0281-A31B82E364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9EE7671-DBFF-9927-4CD0-0596724E41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DF35A-5B12-463B-85D2-D8E7B9894F7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532489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3.xml"/><Relationship Id="rId3" Type="http://schemas.openxmlformats.org/officeDocument/2006/relationships/slideLayout" Target="../slideLayouts/slideLayout8.xml"/><Relationship Id="rId7" Type="http://schemas.openxmlformats.org/officeDocument/2006/relationships/slideLayout" Target="../slideLayouts/slideLayout12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slideLayout" Target="../slideLayouts/slideLayout11.xml"/><Relationship Id="rId11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15.xml"/><Relationship Id="rId4" Type="http://schemas.openxmlformats.org/officeDocument/2006/relationships/slideLayout" Target="../slideLayouts/slideLayout9.xml"/><Relationship Id="rId9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맑은 고딕</a:t>
            </a:r>
            <a:r>
              <a:rPr lang="zh-CN" altLang="en-US" dirty="0"/>
              <a:t>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  <a:t>2026/9/8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2" r:id="rId3"/>
    <p:sldLayoutId id="2147483653" r:id="rId4"/>
    <p:sldLayoutId id="2147483666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69E1AB64-4572-E555-A4ED-9C1489BDF1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86F3129-83EA-0D23-054B-57313DA3DE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214ADB6-5EEF-1F3C-A7BD-E05B326E40D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79BCEEE-11A2-4CC7-94B4-A4070EFA7818}" type="datetimeFigureOut">
              <a:rPr lang="ko-KR" altLang="en-US" smtClean="0"/>
              <a:t>2026-09-08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EC0DD7C-0AE7-B95B-8A0C-0B25B0940D4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B44C033-9DCE-39AB-7A7B-A2AFFA46A26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B3DF35A-5B12-463B-85D2-D8E7B9894F7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422452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  <p:sldLayoutId id="2147483665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customXml" Target="../ink/ink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customXml" Target="../ink/ink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customXml" Target="../ink/ink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customXml" Target="../ink/ink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customXml" Target="../ink/ink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customXml" Target="../ink/ink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8.png"/><Relationship Id="rId4" Type="http://schemas.openxmlformats.org/officeDocument/2006/relationships/customXml" Target="../ink/ink8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1.png"/><Relationship Id="rId4" Type="http://schemas.openxmlformats.org/officeDocument/2006/relationships/customXml" Target="../ink/ink9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4.png"/><Relationship Id="rId4" Type="http://schemas.openxmlformats.org/officeDocument/2006/relationships/customXml" Target="../ink/ink10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7" Type="http://schemas.openxmlformats.org/officeDocument/2006/relationships/image" Target="../media/image39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1.xml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customXml" Target="../ink/ink1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84F3D5-91CB-26F3-59E6-BD479BBAD9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2DDFB6E-A779-6071-A2ED-906EC9448E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주간업무 내용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6CC1E6D-4900-F0D9-4A96-D9326AC254CA}"/>
              </a:ext>
            </a:extLst>
          </p:cNvPr>
          <p:cNvSpPr txBox="1"/>
          <p:nvPr/>
        </p:nvSpPr>
        <p:spPr>
          <a:xfrm>
            <a:off x="589873" y="1017740"/>
            <a:ext cx="11094127" cy="8697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b="1" dirty="0"/>
              <a:t>2, 4, 5, 7 group energy group structure test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b="1" dirty="0"/>
              <a:t>Group,</a:t>
            </a:r>
            <a:r>
              <a:rPr lang="ko-KR" altLang="en-US" b="1" dirty="0"/>
              <a:t> 반사체 모델에 따라서 </a:t>
            </a:r>
            <a:r>
              <a:rPr lang="en-US" altLang="ko-KR" b="1" dirty="0"/>
              <a:t>general </a:t>
            </a:r>
            <a:r>
              <a:rPr lang="ko-KR" altLang="en-US" b="1" dirty="0"/>
              <a:t>하게 보정인자가 잘 개선하는 지 확인 하기 위함</a:t>
            </a:r>
            <a:r>
              <a:rPr lang="en-US" altLang="ko-KR" b="1" dirty="0"/>
              <a:t>.</a:t>
            </a: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9765CDE2-211E-FE29-A089-F499F2CD17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4059198"/>
              </p:ext>
            </p:extLst>
          </p:nvPr>
        </p:nvGraphicFramePr>
        <p:xfrm>
          <a:off x="3195300" y="2517535"/>
          <a:ext cx="5801400" cy="3601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50350">
                  <a:extLst>
                    <a:ext uri="{9D8B030D-6E8A-4147-A177-3AD203B41FA5}">
                      <a16:colId xmlns:a16="http://schemas.microsoft.com/office/drawing/2014/main" val="1865104860"/>
                    </a:ext>
                  </a:extLst>
                </a:gridCol>
                <a:gridCol w="1450350">
                  <a:extLst>
                    <a:ext uri="{9D8B030D-6E8A-4147-A177-3AD203B41FA5}">
                      <a16:colId xmlns:a16="http://schemas.microsoft.com/office/drawing/2014/main" val="3338097042"/>
                    </a:ext>
                  </a:extLst>
                </a:gridCol>
                <a:gridCol w="1450350">
                  <a:extLst>
                    <a:ext uri="{9D8B030D-6E8A-4147-A177-3AD203B41FA5}">
                      <a16:colId xmlns:a16="http://schemas.microsoft.com/office/drawing/2014/main" val="1608794074"/>
                    </a:ext>
                  </a:extLst>
                </a:gridCol>
                <a:gridCol w="1450350">
                  <a:extLst>
                    <a:ext uri="{9D8B030D-6E8A-4147-A177-3AD203B41FA5}">
                      <a16:colId xmlns:a16="http://schemas.microsoft.com/office/drawing/2014/main" val="43708308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2 group (upper, eV)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4 group (upper, eV)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/>
                        <a:t>5 group (upper, eV)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/>
                        <a:t>7 group (upper, eV)</a:t>
                      </a:r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469595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b="1">
                          <a:latin typeface="+mn-lt"/>
                        </a:rPr>
                        <a:t>2.000e+7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b="1">
                          <a:latin typeface="+mn-lt"/>
                        </a:rPr>
                        <a:t>2.000e+7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b="1">
                          <a:latin typeface="+mn-lt"/>
                        </a:rPr>
                        <a:t>2.000e+7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b="1">
                          <a:latin typeface="+mn-lt"/>
                        </a:rPr>
                        <a:t>2.000e+7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55874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endParaRPr lang="ko-KR" altLang="en-US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800" b="1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b="1" dirty="0">
                          <a:solidFill>
                            <a:srgbClr val="FF0000"/>
                          </a:solidFill>
                          <a:latin typeface="+mn-lt"/>
                        </a:rPr>
                        <a:t>2.231e+6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b="1" dirty="0">
                          <a:solidFill>
                            <a:srgbClr val="FF0000"/>
                          </a:solidFill>
                          <a:latin typeface="+mn-lt"/>
                        </a:rPr>
                        <a:t>2.231e+6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87562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endParaRPr lang="ko-KR" altLang="en-US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b="1">
                          <a:latin typeface="+mn-lt"/>
                        </a:rPr>
                        <a:t>9.119e+3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b="1">
                          <a:latin typeface="+mn-lt"/>
                        </a:rPr>
                        <a:t>9.119e+3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b="1">
                          <a:latin typeface="+mn-lt"/>
                        </a:rPr>
                        <a:t>9.119e+3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839482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endParaRPr lang="ko-KR" altLang="en-US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800" b="1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800" b="1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b="1">
                          <a:latin typeface="+mn-lt"/>
                        </a:rPr>
                        <a:t>1.301e+2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7735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endParaRPr lang="ko-KR" altLang="en-US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b="1">
                          <a:latin typeface="+mn-lt"/>
                        </a:rPr>
                        <a:t>3.928e+0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b="1">
                          <a:latin typeface="+mn-lt"/>
                        </a:rPr>
                        <a:t>3.928e+0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b="1">
                          <a:latin typeface="+mn-lt"/>
                        </a:rPr>
                        <a:t>3.928e+0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154643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b="1">
                          <a:latin typeface="+mn-lt"/>
                        </a:rPr>
                        <a:t>6.251e-1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b="1">
                          <a:latin typeface="+mn-lt"/>
                        </a:rPr>
                        <a:t>6.251e-1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b="1">
                          <a:latin typeface="+mn-lt"/>
                        </a:rPr>
                        <a:t>6.251e-1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b="1">
                          <a:latin typeface="+mn-lt"/>
                        </a:rPr>
                        <a:t>6.251e-1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606169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endParaRPr lang="ko-KR" altLang="en-US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800" b="1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800" b="1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b="1">
                          <a:latin typeface="+mn-lt"/>
                        </a:rPr>
                        <a:t>1.457e-1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34291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b="1">
                          <a:latin typeface="+mn-lt"/>
                        </a:rPr>
                        <a:t>1.000e-4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b="1">
                          <a:latin typeface="+mn-lt"/>
                        </a:rPr>
                        <a:t>1.000e-4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b="1">
                          <a:latin typeface="+mn-lt"/>
                        </a:rPr>
                        <a:t>1.000e-4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b="1" dirty="0">
                          <a:latin typeface="+mn-lt"/>
                        </a:rPr>
                        <a:t>1.000e-4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03198548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27B5F139-F27E-4F6B-5AFE-C797C7FA2F41}"/>
              </a:ext>
            </a:extLst>
          </p:cNvPr>
          <p:cNvSpPr txBox="1"/>
          <p:nvPr/>
        </p:nvSpPr>
        <p:spPr>
          <a:xfrm>
            <a:off x="5278837" y="2017866"/>
            <a:ext cx="16343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b="1" dirty="0"/>
              <a:t>[ </a:t>
            </a:r>
            <a:r>
              <a:rPr lang="ko-KR" altLang="en-US" b="1" dirty="0"/>
              <a:t>군 구조 </a:t>
            </a:r>
            <a:r>
              <a:rPr lang="en-US" altLang="ko-KR" b="1" dirty="0"/>
              <a:t>]</a:t>
            </a:r>
            <a:endParaRPr lang="ko-KR" altLang="en-US" b="1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6" name="잉크 5">
                <a:extLst>
                  <a:ext uri="{FF2B5EF4-FFF2-40B4-BE49-F238E27FC236}">
                    <a16:creationId xmlns:a16="http://schemas.microsoft.com/office/drawing/2014/main" id="{EE9A4568-7EEF-09A7-48EE-8903D4733589}"/>
                  </a:ext>
                </a:extLst>
              </p14:cNvPr>
              <p14:cNvContentPartPr/>
              <p14:nvPr/>
            </p14:nvContentPartPr>
            <p14:xfrm>
              <a:off x="3314880" y="2306880"/>
              <a:ext cx="6117480" cy="1922400"/>
            </p14:xfrm>
          </p:contentPart>
        </mc:Choice>
        <mc:Fallback>
          <p:pic>
            <p:nvPicPr>
              <p:cNvPr id="6" name="잉크 5">
                <a:extLst>
                  <a:ext uri="{FF2B5EF4-FFF2-40B4-BE49-F238E27FC236}">
                    <a16:creationId xmlns:a16="http://schemas.microsoft.com/office/drawing/2014/main" id="{EE9A4568-7EEF-09A7-48EE-8903D4733589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305520" y="2297520"/>
                <a:ext cx="6136200" cy="1941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5942422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2BF9F99-B967-4568-97C7-EBE5531D42FB}"/>
              </a:ext>
            </a:extLst>
          </p:cNvPr>
          <p:cNvSpPr txBox="1"/>
          <p:nvPr/>
        </p:nvSpPr>
        <p:spPr>
          <a:xfrm>
            <a:off x="4225126" y="2413337"/>
            <a:ext cx="374174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6000" b="1" dirty="0"/>
              <a:t>2 group</a:t>
            </a:r>
            <a:endParaRPr lang="ko-KR" altLang="en-US" sz="6000" b="1" dirty="0"/>
          </a:p>
        </p:txBody>
      </p:sp>
    </p:spTree>
    <p:extLst>
      <p:ext uri="{BB962C8B-B14F-4D97-AF65-F5344CB8AC3E}">
        <p14:creationId xmlns:p14="http://schemas.microsoft.com/office/powerpoint/2010/main" val="41558585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5E4949-3044-F874-CAE4-36F4D867E7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E4B7A90-CF66-B270-B590-B37A6CF688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2 group structure test</a:t>
            </a:r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5E710C1-59FA-D448-FA66-919B1CA3725E}"/>
              </a:ext>
            </a:extLst>
          </p:cNvPr>
          <p:cNvSpPr txBox="1"/>
          <p:nvPr/>
        </p:nvSpPr>
        <p:spPr>
          <a:xfrm>
            <a:off x="595099" y="1017740"/>
            <a:ext cx="11094127" cy="4542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b="1"/>
              <a:t>2D APR1400</a:t>
            </a:r>
          </a:p>
        </p:txBody>
      </p:sp>
      <p:pic>
        <p:nvPicPr>
          <p:cNvPr id="6" name="Picture 2" descr="APR1400_2g_mini_refl.png">
            <a:extLst>
              <a:ext uri="{FF2B5EF4-FFF2-40B4-BE49-F238E27FC236}">
                <a16:creationId xmlns:a16="http://schemas.microsoft.com/office/drawing/2014/main" id="{474B9288-85F2-C63D-50E4-DAAD77652A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6959" y="1406718"/>
            <a:ext cx="3609852" cy="5168736"/>
          </a:xfrm>
          <a:prstGeom prst="rect">
            <a:avLst/>
          </a:prstGeom>
        </p:spPr>
      </p:pic>
      <p:pic>
        <p:nvPicPr>
          <p:cNvPr id="8" name="Picture 3" descr="APR1400_2g_ref_refl.png">
            <a:extLst>
              <a:ext uri="{FF2B5EF4-FFF2-40B4-BE49-F238E27FC236}">
                <a16:creationId xmlns:a16="http://schemas.microsoft.com/office/drawing/2014/main" id="{D0F08447-97A9-679D-4F25-34F039A8B7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8287" y="1472032"/>
            <a:ext cx="3564237" cy="5103422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36073F8F-CF7F-99C7-BED0-BB22C3C21FED}"/>
              </a:ext>
            </a:extLst>
          </p:cNvPr>
          <p:cNvSpPr txBox="1"/>
          <p:nvPr/>
        </p:nvSpPr>
        <p:spPr>
          <a:xfrm>
            <a:off x="1318857" y="1481024"/>
            <a:ext cx="4728755" cy="30777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b="1"/>
              <a:t>APR1400, 2group, minicore reflector XS</a:t>
            </a:r>
            <a:endParaRPr lang="ko-KR" altLang="en-US" sz="1400" b="1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2CD0E45-3186-5C29-E6A8-DBF91A450DA2}"/>
              </a:ext>
            </a:extLst>
          </p:cNvPr>
          <p:cNvSpPr txBox="1"/>
          <p:nvPr/>
        </p:nvSpPr>
        <p:spPr>
          <a:xfrm>
            <a:off x="6207088" y="1491474"/>
            <a:ext cx="4728755" cy="30777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b="1"/>
              <a:t>APR1400, 2group, 2D full core reflector XS</a:t>
            </a:r>
            <a:endParaRPr lang="ko-KR" altLang="en-US" sz="1400" b="1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3" name="잉크 2">
                <a:extLst>
                  <a:ext uri="{FF2B5EF4-FFF2-40B4-BE49-F238E27FC236}">
                    <a16:creationId xmlns:a16="http://schemas.microsoft.com/office/drawing/2014/main" id="{E29AF06E-92F0-10D0-5323-D8EB87D8959C}"/>
                  </a:ext>
                </a:extLst>
              </p14:cNvPr>
              <p14:cNvContentPartPr/>
              <p14:nvPr/>
            </p14:nvContentPartPr>
            <p14:xfrm>
              <a:off x="3357000" y="1811880"/>
              <a:ext cx="6511320" cy="266760"/>
            </p14:xfrm>
          </p:contentPart>
        </mc:Choice>
        <mc:Fallback>
          <p:pic>
            <p:nvPicPr>
              <p:cNvPr id="3" name="잉크 2">
                <a:extLst>
                  <a:ext uri="{FF2B5EF4-FFF2-40B4-BE49-F238E27FC236}">
                    <a16:creationId xmlns:a16="http://schemas.microsoft.com/office/drawing/2014/main" id="{E29AF06E-92F0-10D0-5323-D8EB87D8959C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347640" y="1802520"/>
                <a:ext cx="6530040" cy="285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1009812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9F331E-02CE-2894-F837-BFCC7C3352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3" descr="OPR1000_2g_ref_refl.png">
            <a:extLst>
              <a:ext uri="{FF2B5EF4-FFF2-40B4-BE49-F238E27FC236}">
                <a16:creationId xmlns:a16="http://schemas.microsoft.com/office/drawing/2014/main" id="{D74D6CDF-3D9A-2212-269B-35403C341B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8287" y="1472032"/>
            <a:ext cx="3556754" cy="5103422"/>
          </a:xfrm>
          <a:prstGeom prst="rect">
            <a:avLst/>
          </a:prstGeom>
        </p:spPr>
      </p:pic>
      <p:pic>
        <p:nvPicPr>
          <p:cNvPr id="5" name="Picture 2" descr="OPR1000_2g_mini_refl.png">
            <a:extLst>
              <a:ext uri="{FF2B5EF4-FFF2-40B4-BE49-F238E27FC236}">
                <a16:creationId xmlns:a16="http://schemas.microsoft.com/office/drawing/2014/main" id="{E6C5E137-778C-F058-2B35-C70DD229D8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6959" y="1406719"/>
            <a:ext cx="3604626" cy="5168736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A5D22B65-D163-5031-F759-A0BE6DED5F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2 group structure test</a:t>
            </a:r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FB6F908-7408-0766-B23C-5A01B89058D9}"/>
              </a:ext>
            </a:extLst>
          </p:cNvPr>
          <p:cNvSpPr txBox="1"/>
          <p:nvPr/>
        </p:nvSpPr>
        <p:spPr>
          <a:xfrm>
            <a:off x="595099" y="1017740"/>
            <a:ext cx="11094127" cy="4542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b="1"/>
              <a:t>2D OPR1000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2C78DD4-CE8D-70E1-A2C9-ABF10F4A0277}"/>
              </a:ext>
            </a:extLst>
          </p:cNvPr>
          <p:cNvSpPr txBox="1"/>
          <p:nvPr/>
        </p:nvSpPr>
        <p:spPr>
          <a:xfrm>
            <a:off x="1318857" y="1481024"/>
            <a:ext cx="4728755" cy="30777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b="1"/>
              <a:t>OPR1000, 2group, minicore reflector XS</a:t>
            </a:r>
            <a:endParaRPr lang="ko-KR" altLang="en-US" sz="1400" b="1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D935045-13C5-8BD5-F67D-A60EDF8EDAB0}"/>
              </a:ext>
            </a:extLst>
          </p:cNvPr>
          <p:cNvSpPr txBox="1"/>
          <p:nvPr/>
        </p:nvSpPr>
        <p:spPr>
          <a:xfrm>
            <a:off x="6207088" y="1491474"/>
            <a:ext cx="4728755" cy="30777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b="1"/>
              <a:t>OPR1400, 2group, 2D full core reflector XS</a:t>
            </a:r>
            <a:endParaRPr lang="ko-KR" altLang="en-US" sz="1400" b="1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3" name="잉크 2">
                <a:extLst>
                  <a:ext uri="{FF2B5EF4-FFF2-40B4-BE49-F238E27FC236}">
                    <a16:creationId xmlns:a16="http://schemas.microsoft.com/office/drawing/2014/main" id="{EEA0CE6C-7E0B-F303-0A56-CB94E99EE985}"/>
                  </a:ext>
                </a:extLst>
              </p14:cNvPr>
              <p14:cNvContentPartPr/>
              <p14:nvPr/>
            </p14:nvContentPartPr>
            <p14:xfrm>
              <a:off x="2455200" y="1782000"/>
              <a:ext cx="7963560" cy="271440"/>
            </p14:xfrm>
          </p:contentPart>
        </mc:Choice>
        <mc:Fallback>
          <p:pic>
            <p:nvPicPr>
              <p:cNvPr id="3" name="잉크 2">
                <a:extLst>
                  <a:ext uri="{FF2B5EF4-FFF2-40B4-BE49-F238E27FC236}">
                    <a16:creationId xmlns:a16="http://schemas.microsoft.com/office/drawing/2014/main" id="{EEA0CE6C-7E0B-F303-0A56-CB94E99EE985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445840" y="1772640"/>
                <a:ext cx="7982280" cy="290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2060838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14506F-F9FA-9508-2480-26A0D27EC1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3" descr="ISMR_2g_ref_refl.png">
            <a:extLst>
              <a:ext uri="{FF2B5EF4-FFF2-40B4-BE49-F238E27FC236}">
                <a16:creationId xmlns:a16="http://schemas.microsoft.com/office/drawing/2014/main" id="{95698F12-0D97-F743-6514-AEBCEFE057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8287" y="1472031"/>
            <a:ext cx="3556754" cy="5103421"/>
          </a:xfrm>
          <a:prstGeom prst="rect">
            <a:avLst/>
          </a:prstGeom>
        </p:spPr>
      </p:pic>
      <p:pic>
        <p:nvPicPr>
          <p:cNvPr id="6" name="Picture 2" descr="ISMR_2g_mini_refl.png">
            <a:extLst>
              <a:ext uri="{FF2B5EF4-FFF2-40B4-BE49-F238E27FC236}">
                <a16:creationId xmlns:a16="http://schemas.microsoft.com/office/drawing/2014/main" id="{0F7B3C82-CF6D-9427-2652-F063EA7BAD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6959" y="1406718"/>
            <a:ext cx="3597143" cy="5168735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C7B64C0B-DCD7-6AC6-DA10-31B739A30A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2 group structure test</a:t>
            </a:r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3D6000E-73FD-251D-54AA-F278227A7FC8}"/>
              </a:ext>
            </a:extLst>
          </p:cNvPr>
          <p:cNvSpPr txBox="1"/>
          <p:nvPr/>
        </p:nvSpPr>
        <p:spPr>
          <a:xfrm>
            <a:off x="595099" y="1017740"/>
            <a:ext cx="11094127" cy="4542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b="1"/>
              <a:t>2D i-SMR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AA1D476-93F8-7954-0479-8134E31CB1F0}"/>
              </a:ext>
            </a:extLst>
          </p:cNvPr>
          <p:cNvSpPr txBox="1"/>
          <p:nvPr/>
        </p:nvSpPr>
        <p:spPr>
          <a:xfrm>
            <a:off x="1318857" y="1481024"/>
            <a:ext cx="4728755" cy="30777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b="1"/>
              <a:t>i-SMR, 2group, minicore reflector XS</a:t>
            </a:r>
            <a:endParaRPr lang="ko-KR" altLang="en-US" sz="1400" b="1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B1F9BF1-F776-3F38-09D6-BCE314D33CFC}"/>
              </a:ext>
            </a:extLst>
          </p:cNvPr>
          <p:cNvSpPr txBox="1"/>
          <p:nvPr/>
        </p:nvSpPr>
        <p:spPr>
          <a:xfrm>
            <a:off x="6207088" y="1491474"/>
            <a:ext cx="4728755" cy="30777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b="1"/>
              <a:t>i-SMR, 2group, 2D full core reflector XS</a:t>
            </a:r>
            <a:endParaRPr lang="ko-KR" altLang="en-US" sz="1400" b="1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3" name="잉크 2">
                <a:extLst>
                  <a:ext uri="{FF2B5EF4-FFF2-40B4-BE49-F238E27FC236}">
                    <a16:creationId xmlns:a16="http://schemas.microsoft.com/office/drawing/2014/main" id="{05513BB5-708B-1452-D047-A61B2FCA579B}"/>
                  </a:ext>
                </a:extLst>
              </p14:cNvPr>
              <p14:cNvContentPartPr/>
              <p14:nvPr/>
            </p14:nvContentPartPr>
            <p14:xfrm>
              <a:off x="3018240" y="1942920"/>
              <a:ext cx="7205760" cy="195120"/>
            </p14:xfrm>
          </p:contentPart>
        </mc:Choice>
        <mc:Fallback>
          <p:pic>
            <p:nvPicPr>
              <p:cNvPr id="3" name="잉크 2">
                <a:extLst>
                  <a:ext uri="{FF2B5EF4-FFF2-40B4-BE49-F238E27FC236}">
                    <a16:creationId xmlns:a16="http://schemas.microsoft.com/office/drawing/2014/main" id="{05513BB5-708B-1452-D047-A61B2FCA579B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008880" y="1933560"/>
                <a:ext cx="7224480" cy="213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7379264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87D215-774B-C211-CD40-CC7ED10DFE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DBD9988-7F58-FE41-27FA-0EAF188A742C}"/>
              </a:ext>
            </a:extLst>
          </p:cNvPr>
          <p:cNvSpPr txBox="1"/>
          <p:nvPr/>
        </p:nvSpPr>
        <p:spPr>
          <a:xfrm>
            <a:off x="4225126" y="2413337"/>
            <a:ext cx="374174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6000" b="1" dirty="0"/>
              <a:t>4 group</a:t>
            </a:r>
            <a:endParaRPr lang="ko-KR" altLang="en-US" sz="6000" b="1" dirty="0"/>
          </a:p>
        </p:txBody>
      </p:sp>
    </p:spTree>
    <p:extLst>
      <p:ext uri="{BB962C8B-B14F-4D97-AF65-F5344CB8AC3E}">
        <p14:creationId xmlns:p14="http://schemas.microsoft.com/office/powerpoint/2010/main" val="5105670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6DB0B0-8FEC-8C81-822A-47ECECADAF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3" descr="APR1400_4g_ref_refl.png">
            <a:extLst>
              <a:ext uri="{FF2B5EF4-FFF2-40B4-BE49-F238E27FC236}">
                <a16:creationId xmlns:a16="http://schemas.microsoft.com/office/drawing/2014/main" id="{D6819E2A-B447-5A77-9F72-EBE7060AC6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8287" y="1481024"/>
            <a:ext cx="3556754" cy="5094430"/>
          </a:xfrm>
          <a:prstGeom prst="rect">
            <a:avLst/>
          </a:prstGeom>
        </p:spPr>
      </p:pic>
      <p:pic>
        <p:nvPicPr>
          <p:cNvPr id="5" name="Picture 2" descr="APR1400_4g_mini_refl.png">
            <a:extLst>
              <a:ext uri="{FF2B5EF4-FFF2-40B4-BE49-F238E27FC236}">
                <a16:creationId xmlns:a16="http://schemas.microsoft.com/office/drawing/2014/main" id="{9DC44E54-0E7C-F3EC-E583-8843A9AD9A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6959" y="1406718"/>
            <a:ext cx="3604626" cy="5168736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CE332F15-86AC-E04F-61FD-5E6F3FAF83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4 group structure test</a:t>
            </a:r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4CCEA27-899D-D7FE-74EF-E7998BC3F8F9}"/>
              </a:ext>
            </a:extLst>
          </p:cNvPr>
          <p:cNvSpPr txBox="1"/>
          <p:nvPr/>
        </p:nvSpPr>
        <p:spPr>
          <a:xfrm>
            <a:off x="595099" y="1017740"/>
            <a:ext cx="11094127" cy="4542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b="1"/>
              <a:t>2D APR1400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BAD5536-A20C-DD86-29A8-4F4FE8DC3611}"/>
              </a:ext>
            </a:extLst>
          </p:cNvPr>
          <p:cNvSpPr txBox="1"/>
          <p:nvPr/>
        </p:nvSpPr>
        <p:spPr>
          <a:xfrm>
            <a:off x="1318857" y="1481024"/>
            <a:ext cx="4728755" cy="30777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b="1"/>
              <a:t>APR1400, 4group, minicore reflector XS</a:t>
            </a:r>
            <a:endParaRPr lang="ko-KR" altLang="en-US" sz="1400" b="1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1DE3B9A-29BD-6ED8-333A-F952359CB821}"/>
              </a:ext>
            </a:extLst>
          </p:cNvPr>
          <p:cNvSpPr txBox="1"/>
          <p:nvPr/>
        </p:nvSpPr>
        <p:spPr>
          <a:xfrm>
            <a:off x="6207088" y="1491474"/>
            <a:ext cx="4728755" cy="30777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b="1"/>
              <a:t>APR1400, 4group, 2D full core reflector XS</a:t>
            </a:r>
            <a:endParaRPr lang="ko-KR" altLang="en-US" sz="1400" b="1"/>
          </a:p>
        </p:txBody>
      </p:sp>
    </p:spTree>
    <p:extLst>
      <p:ext uri="{BB962C8B-B14F-4D97-AF65-F5344CB8AC3E}">
        <p14:creationId xmlns:p14="http://schemas.microsoft.com/office/powerpoint/2010/main" val="34284877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5EE2FA-B779-2AAA-071D-8D5F305705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3" descr="OPR1000_4g_ref_refl.png">
            <a:extLst>
              <a:ext uri="{FF2B5EF4-FFF2-40B4-BE49-F238E27FC236}">
                <a16:creationId xmlns:a16="http://schemas.microsoft.com/office/drawing/2014/main" id="{CAE825EF-180A-45AB-063D-D9A957DF75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8287" y="1472032"/>
            <a:ext cx="3556753" cy="5103422"/>
          </a:xfrm>
          <a:prstGeom prst="rect">
            <a:avLst/>
          </a:prstGeom>
        </p:spPr>
      </p:pic>
      <p:pic>
        <p:nvPicPr>
          <p:cNvPr id="6" name="Picture 2" descr="OPR1000_4g_mini_refl.png">
            <a:extLst>
              <a:ext uri="{FF2B5EF4-FFF2-40B4-BE49-F238E27FC236}">
                <a16:creationId xmlns:a16="http://schemas.microsoft.com/office/drawing/2014/main" id="{16160E0C-3E36-381D-5F64-8030A3D048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6960" y="1406719"/>
            <a:ext cx="3604626" cy="5168736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EDB92B9D-5507-397E-9A5E-6DC5BBC1A3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4 group structure test</a:t>
            </a:r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FD58AB0-5E40-E3A1-E232-C091197E73F8}"/>
              </a:ext>
            </a:extLst>
          </p:cNvPr>
          <p:cNvSpPr txBox="1"/>
          <p:nvPr/>
        </p:nvSpPr>
        <p:spPr>
          <a:xfrm>
            <a:off x="595099" y="1017740"/>
            <a:ext cx="11094127" cy="4542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b="1"/>
              <a:t>2D OPR1000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77A7467-0E55-767C-F41F-BD3EF5EC5E22}"/>
              </a:ext>
            </a:extLst>
          </p:cNvPr>
          <p:cNvSpPr txBox="1"/>
          <p:nvPr/>
        </p:nvSpPr>
        <p:spPr>
          <a:xfrm>
            <a:off x="1318857" y="1481024"/>
            <a:ext cx="4728755" cy="30777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b="1"/>
              <a:t>OPR1000, 4group, minicore reflector XS</a:t>
            </a:r>
            <a:endParaRPr lang="ko-KR" altLang="en-US" sz="1400" b="1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3A97BD4-18AD-7A66-5F86-066904CD0938}"/>
              </a:ext>
            </a:extLst>
          </p:cNvPr>
          <p:cNvSpPr txBox="1"/>
          <p:nvPr/>
        </p:nvSpPr>
        <p:spPr>
          <a:xfrm>
            <a:off x="6207088" y="1491474"/>
            <a:ext cx="4728755" cy="30777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b="1"/>
              <a:t>OPR1400, 4group, 2D full core reflector XS</a:t>
            </a:r>
            <a:endParaRPr lang="ko-KR" altLang="en-US" sz="1400" b="1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3" name="잉크 2">
                <a:extLst>
                  <a:ext uri="{FF2B5EF4-FFF2-40B4-BE49-F238E27FC236}">
                    <a16:creationId xmlns:a16="http://schemas.microsoft.com/office/drawing/2014/main" id="{F192829A-9DE5-A928-BB69-093A171B9E5D}"/>
                  </a:ext>
                </a:extLst>
              </p14:cNvPr>
              <p14:cNvContentPartPr/>
              <p14:nvPr/>
            </p14:nvContentPartPr>
            <p14:xfrm>
              <a:off x="7234920" y="1739880"/>
              <a:ext cx="3268440" cy="376920"/>
            </p14:xfrm>
          </p:contentPart>
        </mc:Choice>
        <mc:Fallback>
          <p:pic>
            <p:nvPicPr>
              <p:cNvPr id="3" name="잉크 2">
                <a:extLst>
                  <a:ext uri="{FF2B5EF4-FFF2-40B4-BE49-F238E27FC236}">
                    <a16:creationId xmlns:a16="http://schemas.microsoft.com/office/drawing/2014/main" id="{F192829A-9DE5-A928-BB69-093A171B9E5D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225560" y="1730520"/>
                <a:ext cx="3287160" cy="395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2591086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A6EBFC-46E3-E117-513F-35B3C2C6D1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3" descr="ISMR_4g_ref_refl.png">
            <a:extLst>
              <a:ext uri="{FF2B5EF4-FFF2-40B4-BE49-F238E27FC236}">
                <a16:creationId xmlns:a16="http://schemas.microsoft.com/office/drawing/2014/main" id="{CFA31119-38D5-1FDB-66EF-C441834761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3158" y="1472030"/>
            <a:ext cx="3556754" cy="5103422"/>
          </a:xfrm>
          <a:prstGeom prst="rect">
            <a:avLst/>
          </a:prstGeom>
        </p:spPr>
      </p:pic>
      <p:pic>
        <p:nvPicPr>
          <p:cNvPr id="5" name="Picture 2" descr="ISMR_4g_mini_refl.png">
            <a:extLst>
              <a:ext uri="{FF2B5EF4-FFF2-40B4-BE49-F238E27FC236}">
                <a16:creationId xmlns:a16="http://schemas.microsoft.com/office/drawing/2014/main" id="{A63B4401-8822-142C-38F5-E47CBE0519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52088" y="1406718"/>
            <a:ext cx="3574384" cy="5168734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89853869-D7FD-17E0-E598-347925BEA1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4 group structure test</a:t>
            </a:r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31E7432-DE25-BA4A-ED3A-AE2FAC10650E}"/>
              </a:ext>
            </a:extLst>
          </p:cNvPr>
          <p:cNvSpPr txBox="1"/>
          <p:nvPr/>
        </p:nvSpPr>
        <p:spPr>
          <a:xfrm>
            <a:off x="595099" y="1017740"/>
            <a:ext cx="11094127" cy="4542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b="1"/>
              <a:t>2D i-SMR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A3165A4-83BF-9563-230C-CA2E26787E09}"/>
              </a:ext>
            </a:extLst>
          </p:cNvPr>
          <p:cNvSpPr txBox="1"/>
          <p:nvPr/>
        </p:nvSpPr>
        <p:spPr>
          <a:xfrm>
            <a:off x="1318857" y="1481024"/>
            <a:ext cx="4728755" cy="30777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b="1"/>
              <a:t>i-SMR, 4group, minicore reflector XS</a:t>
            </a:r>
            <a:endParaRPr lang="ko-KR" altLang="en-US" sz="1400" b="1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588A36F-1568-7DB5-E096-D8A62B4ED91F}"/>
              </a:ext>
            </a:extLst>
          </p:cNvPr>
          <p:cNvSpPr txBox="1"/>
          <p:nvPr/>
        </p:nvSpPr>
        <p:spPr>
          <a:xfrm>
            <a:off x="6207088" y="1491474"/>
            <a:ext cx="4728755" cy="30777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b="1"/>
              <a:t>i-SMR, 4group, 2D full core reflector XS</a:t>
            </a:r>
            <a:endParaRPr lang="ko-KR" altLang="en-US" sz="1400" b="1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3" name="잉크 2">
                <a:extLst>
                  <a:ext uri="{FF2B5EF4-FFF2-40B4-BE49-F238E27FC236}">
                    <a16:creationId xmlns:a16="http://schemas.microsoft.com/office/drawing/2014/main" id="{E76B7DF6-F22C-921C-6084-673E087DB4A5}"/>
                  </a:ext>
                </a:extLst>
              </p14:cNvPr>
              <p14:cNvContentPartPr/>
              <p14:nvPr/>
            </p14:nvContentPartPr>
            <p14:xfrm>
              <a:off x="3416400" y="1756800"/>
              <a:ext cx="6756840" cy="406800"/>
            </p14:xfrm>
          </p:contentPart>
        </mc:Choice>
        <mc:Fallback>
          <p:pic>
            <p:nvPicPr>
              <p:cNvPr id="3" name="잉크 2">
                <a:extLst>
                  <a:ext uri="{FF2B5EF4-FFF2-40B4-BE49-F238E27FC236}">
                    <a16:creationId xmlns:a16="http://schemas.microsoft.com/office/drawing/2014/main" id="{E76B7DF6-F22C-921C-6084-673E087DB4A5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407040" y="1747440"/>
                <a:ext cx="6775560" cy="425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8904146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923FAC-CBF7-36F8-A896-3C583BA8C9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4F67548-5004-FD53-3C02-484C4219525C}"/>
              </a:ext>
            </a:extLst>
          </p:cNvPr>
          <p:cNvSpPr txBox="1"/>
          <p:nvPr/>
        </p:nvSpPr>
        <p:spPr>
          <a:xfrm>
            <a:off x="4225126" y="2413337"/>
            <a:ext cx="374174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6000" b="1" dirty="0"/>
              <a:t>5 group</a:t>
            </a:r>
            <a:endParaRPr lang="ko-KR" altLang="en-US" sz="6000" b="1" dirty="0"/>
          </a:p>
        </p:txBody>
      </p:sp>
    </p:spTree>
    <p:extLst>
      <p:ext uri="{BB962C8B-B14F-4D97-AF65-F5344CB8AC3E}">
        <p14:creationId xmlns:p14="http://schemas.microsoft.com/office/powerpoint/2010/main" val="29546848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349958-B755-8E7D-1ECC-A21D77BDFF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3" descr="APR1400_5g_ref_refl.png">
            <a:extLst>
              <a:ext uri="{FF2B5EF4-FFF2-40B4-BE49-F238E27FC236}">
                <a16:creationId xmlns:a16="http://schemas.microsoft.com/office/drawing/2014/main" id="{40EC7B7E-BA51-8274-8DCA-789F4743A1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0804" y="1406716"/>
            <a:ext cx="3564237" cy="5168737"/>
          </a:xfrm>
          <a:prstGeom prst="rect">
            <a:avLst/>
          </a:prstGeom>
        </p:spPr>
      </p:pic>
      <p:pic>
        <p:nvPicPr>
          <p:cNvPr id="5" name="Picture 2" descr="APR1400_5g_mini_refl.png">
            <a:extLst>
              <a:ext uri="{FF2B5EF4-FFF2-40B4-BE49-F238E27FC236}">
                <a16:creationId xmlns:a16="http://schemas.microsoft.com/office/drawing/2014/main" id="{4A79A2C4-BC0C-4713-40AD-17F30764C9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6959" y="1406716"/>
            <a:ext cx="3604626" cy="5168737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53031750-5F4F-EAED-B54C-E2645DD3C4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5 group structure test</a:t>
            </a:r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FDDE941-3B4E-4249-3DB0-34946A9AD8B4}"/>
              </a:ext>
            </a:extLst>
          </p:cNvPr>
          <p:cNvSpPr txBox="1"/>
          <p:nvPr/>
        </p:nvSpPr>
        <p:spPr>
          <a:xfrm>
            <a:off x="595099" y="1017740"/>
            <a:ext cx="11094127" cy="4542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b="1"/>
              <a:t>2D APR1400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802A80A-C9B2-658B-BA65-E2560999BAD3}"/>
              </a:ext>
            </a:extLst>
          </p:cNvPr>
          <p:cNvSpPr txBox="1"/>
          <p:nvPr/>
        </p:nvSpPr>
        <p:spPr>
          <a:xfrm>
            <a:off x="1318857" y="1481024"/>
            <a:ext cx="4728755" cy="30777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b="1"/>
              <a:t>APR1400, 5group, minicore reflector XS</a:t>
            </a:r>
            <a:endParaRPr lang="ko-KR" altLang="en-US" sz="1400" b="1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DBF10CD-8EF7-4C08-3C54-D9A738D80D40}"/>
              </a:ext>
            </a:extLst>
          </p:cNvPr>
          <p:cNvSpPr txBox="1"/>
          <p:nvPr/>
        </p:nvSpPr>
        <p:spPr>
          <a:xfrm>
            <a:off x="6207088" y="1491474"/>
            <a:ext cx="4728755" cy="30777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b="1"/>
              <a:t>APR1400, 5group, 2D full core reflector XS</a:t>
            </a:r>
            <a:endParaRPr lang="ko-KR" altLang="en-US" sz="1400" b="1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3" name="잉크 2">
                <a:extLst>
                  <a:ext uri="{FF2B5EF4-FFF2-40B4-BE49-F238E27FC236}">
                    <a16:creationId xmlns:a16="http://schemas.microsoft.com/office/drawing/2014/main" id="{9282A3B1-AC3A-63CB-52C5-97988D0571D6}"/>
                  </a:ext>
                </a:extLst>
              </p14:cNvPr>
              <p14:cNvContentPartPr/>
              <p14:nvPr/>
            </p14:nvContentPartPr>
            <p14:xfrm>
              <a:off x="3517920" y="1655280"/>
              <a:ext cx="2311560" cy="4851720"/>
            </p14:xfrm>
          </p:contentPart>
        </mc:Choice>
        <mc:Fallback>
          <p:pic>
            <p:nvPicPr>
              <p:cNvPr id="3" name="잉크 2">
                <a:extLst>
                  <a:ext uri="{FF2B5EF4-FFF2-40B4-BE49-F238E27FC236}">
                    <a16:creationId xmlns:a16="http://schemas.microsoft.com/office/drawing/2014/main" id="{9282A3B1-AC3A-63CB-52C5-97988D0571D6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508560" y="1645920"/>
                <a:ext cx="2330280" cy="4870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5967889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6E4774-A6CC-9AF4-9C24-B964717CD5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3" descr="OPR1000_5g_ref_refl.png">
            <a:extLst>
              <a:ext uri="{FF2B5EF4-FFF2-40B4-BE49-F238E27FC236}">
                <a16:creationId xmlns:a16="http://schemas.microsoft.com/office/drawing/2014/main" id="{2B8E15A4-FB13-D4A0-9910-13FF52E9F0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8288" y="1472032"/>
            <a:ext cx="3556754" cy="5103422"/>
          </a:xfrm>
          <a:prstGeom prst="rect">
            <a:avLst/>
          </a:prstGeom>
        </p:spPr>
      </p:pic>
      <p:pic>
        <p:nvPicPr>
          <p:cNvPr id="6" name="Picture 2" descr="OPR1000_5g_mini_refl.png">
            <a:extLst>
              <a:ext uri="{FF2B5EF4-FFF2-40B4-BE49-F238E27FC236}">
                <a16:creationId xmlns:a16="http://schemas.microsoft.com/office/drawing/2014/main" id="{0DCD1348-68E7-A35D-EDE2-14100CAB06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4017" y="1406718"/>
            <a:ext cx="3607568" cy="5168736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D77D08E9-421C-BC9F-182E-20A319FB6C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5 group structure test</a:t>
            </a:r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458A7C2-DBE2-1C95-7975-2D83B44169F9}"/>
              </a:ext>
            </a:extLst>
          </p:cNvPr>
          <p:cNvSpPr txBox="1"/>
          <p:nvPr/>
        </p:nvSpPr>
        <p:spPr>
          <a:xfrm>
            <a:off x="595099" y="1017740"/>
            <a:ext cx="11094127" cy="4542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b="1"/>
              <a:t>2D OPR1000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D6625BB-F9D4-068F-4276-D2A1F358A598}"/>
              </a:ext>
            </a:extLst>
          </p:cNvPr>
          <p:cNvSpPr txBox="1"/>
          <p:nvPr/>
        </p:nvSpPr>
        <p:spPr>
          <a:xfrm>
            <a:off x="1318857" y="1481024"/>
            <a:ext cx="4728755" cy="30777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b="1"/>
              <a:t>OPR1000, 5group, minicore reflector XS</a:t>
            </a:r>
            <a:endParaRPr lang="ko-KR" altLang="en-US" sz="1400" b="1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8679F06-3B9B-AE15-2959-7AFC3AF4C9D0}"/>
              </a:ext>
            </a:extLst>
          </p:cNvPr>
          <p:cNvSpPr txBox="1"/>
          <p:nvPr/>
        </p:nvSpPr>
        <p:spPr>
          <a:xfrm>
            <a:off x="6207088" y="1491474"/>
            <a:ext cx="4728755" cy="30777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b="1"/>
              <a:t>OPR1400, 5group, 2D full core reflector XS</a:t>
            </a:r>
            <a:endParaRPr lang="ko-KR" altLang="en-US" sz="1400" b="1"/>
          </a:p>
        </p:txBody>
      </p:sp>
    </p:spTree>
    <p:extLst>
      <p:ext uri="{BB962C8B-B14F-4D97-AF65-F5344CB8AC3E}">
        <p14:creationId xmlns:p14="http://schemas.microsoft.com/office/powerpoint/2010/main" val="33032773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F5EEDA-3A38-F231-A487-A787575665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3" descr="ISMR_5g_ref_refl.png">
            <a:extLst>
              <a:ext uri="{FF2B5EF4-FFF2-40B4-BE49-F238E27FC236}">
                <a16:creationId xmlns:a16="http://schemas.microsoft.com/office/drawing/2014/main" id="{C40CC07A-54E7-E603-FFC2-C9F5DFEF0F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8287" y="1481024"/>
            <a:ext cx="3556754" cy="5094428"/>
          </a:xfrm>
          <a:prstGeom prst="rect">
            <a:avLst/>
          </a:prstGeom>
        </p:spPr>
      </p:pic>
      <p:pic>
        <p:nvPicPr>
          <p:cNvPr id="5" name="Picture 2" descr="ISMR_5g_mini_refl.png">
            <a:extLst>
              <a:ext uri="{FF2B5EF4-FFF2-40B4-BE49-F238E27FC236}">
                <a16:creationId xmlns:a16="http://schemas.microsoft.com/office/drawing/2014/main" id="{647D5267-DE87-9C4C-046D-01CBF61F75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7974" y="1406718"/>
            <a:ext cx="3597143" cy="5168734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B51E75CE-94E7-EC87-75F6-E79D6DAEFA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5 group structure test</a:t>
            </a:r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0A628BB-AF54-D2CE-F35B-1CA854C66D5D}"/>
              </a:ext>
            </a:extLst>
          </p:cNvPr>
          <p:cNvSpPr txBox="1"/>
          <p:nvPr/>
        </p:nvSpPr>
        <p:spPr>
          <a:xfrm>
            <a:off x="595099" y="1017740"/>
            <a:ext cx="11094127" cy="4542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b="1"/>
              <a:t>2D i-SMR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DB7E09B-7D90-7AA9-25E4-A7191AA0FC22}"/>
              </a:ext>
            </a:extLst>
          </p:cNvPr>
          <p:cNvSpPr txBox="1"/>
          <p:nvPr/>
        </p:nvSpPr>
        <p:spPr>
          <a:xfrm>
            <a:off x="1318857" y="1481024"/>
            <a:ext cx="4728755" cy="30777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b="1"/>
              <a:t>i-SMR, 5group, minicore reflector XS</a:t>
            </a:r>
            <a:endParaRPr lang="ko-KR" altLang="en-US" sz="1400" b="1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2FAA3A0-806E-8551-C02D-DD372C760B7A}"/>
              </a:ext>
            </a:extLst>
          </p:cNvPr>
          <p:cNvSpPr txBox="1"/>
          <p:nvPr/>
        </p:nvSpPr>
        <p:spPr>
          <a:xfrm>
            <a:off x="6207088" y="1491474"/>
            <a:ext cx="4728755" cy="30777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b="1"/>
              <a:t>i-SMR, 5group, 2D full core reflector XS</a:t>
            </a:r>
            <a:endParaRPr lang="ko-KR" altLang="en-US" sz="1400" b="1"/>
          </a:p>
        </p:txBody>
      </p:sp>
    </p:spTree>
    <p:extLst>
      <p:ext uri="{BB962C8B-B14F-4D97-AF65-F5344CB8AC3E}">
        <p14:creationId xmlns:p14="http://schemas.microsoft.com/office/powerpoint/2010/main" val="297128301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71706C-36B7-A484-227F-471338C208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1B4EDE2-5752-554F-09EE-1C51A8DAA00E}"/>
              </a:ext>
            </a:extLst>
          </p:cNvPr>
          <p:cNvSpPr txBox="1"/>
          <p:nvPr/>
        </p:nvSpPr>
        <p:spPr>
          <a:xfrm>
            <a:off x="4225126" y="2413337"/>
            <a:ext cx="374174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6000" b="1" dirty="0"/>
              <a:t>7 group</a:t>
            </a:r>
            <a:endParaRPr lang="ko-KR" altLang="en-US" sz="6000" b="1" dirty="0"/>
          </a:p>
        </p:txBody>
      </p:sp>
    </p:spTree>
    <p:extLst>
      <p:ext uri="{BB962C8B-B14F-4D97-AF65-F5344CB8AC3E}">
        <p14:creationId xmlns:p14="http://schemas.microsoft.com/office/powerpoint/2010/main" val="155602819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DA3AAA-5534-1F6F-151C-C9BF7FFEFE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3" descr="APR1400_7g_ref_refl.png">
            <a:extLst>
              <a:ext uri="{FF2B5EF4-FFF2-40B4-BE49-F238E27FC236}">
                <a16:creationId xmlns:a16="http://schemas.microsoft.com/office/drawing/2014/main" id="{4C6D5ED5-E880-03FA-5B35-BB271A6EC0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8287" y="1481024"/>
            <a:ext cx="3556754" cy="5094430"/>
          </a:xfrm>
          <a:prstGeom prst="rect">
            <a:avLst/>
          </a:prstGeom>
        </p:spPr>
      </p:pic>
      <p:pic>
        <p:nvPicPr>
          <p:cNvPr id="7" name="Picture 2" descr="APR1400_7g_mini_refl.png">
            <a:extLst>
              <a:ext uri="{FF2B5EF4-FFF2-40B4-BE49-F238E27FC236}">
                <a16:creationId xmlns:a16="http://schemas.microsoft.com/office/drawing/2014/main" id="{64D26F1A-F4E6-1611-19EC-3ADC40293D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6959" y="1406718"/>
            <a:ext cx="3609852" cy="5168736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8B67B96C-9C80-DBF0-0A58-D6FC89D1C2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7 group structure test</a:t>
            </a:r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155FD05-42AA-0EEA-A748-E82CC319C408}"/>
              </a:ext>
            </a:extLst>
          </p:cNvPr>
          <p:cNvSpPr txBox="1"/>
          <p:nvPr/>
        </p:nvSpPr>
        <p:spPr>
          <a:xfrm>
            <a:off x="595099" y="1017740"/>
            <a:ext cx="11094127" cy="4542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b="1"/>
              <a:t>2D APR1400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9A6C323-B7FE-9734-2008-06DF163E2AF1}"/>
              </a:ext>
            </a:extLst>
          </p:cNvPr>
          <p:cNvSpPr txBox="1"/>
          <p:nvPr/>
        </p:nvSpPr>
        <p:spPr>
          <a:xfrm>
            <a:off x="1318857" y="1481024"/>
            <a:ext cx="4728755" cy="30777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b="1"/>
              <a:t>APR1400, 7group, minicore reflector XS</a:t>
            </a:r>
            <a:endParaRPr lang="ko-KR" altLang="en-US" sz="1400" b="1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0BA8C37-5BBE-67CA-19C0-95847470F98B}"/>
              </a:ext>
            </a:extLst>
          </p:cNvPr>
          <p:cNvSpPr txBox="1"/>
          <p:nvPr/>
        </p:nvSpPr>
        <p:spPr>
          <a:xfrm>
            <a:off x="6207088" y="1491474"/>
            <a:ext cx="4728755" cy="30777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b="1"/>
              <a:t>APR1400, 7group, 2D full core reflector XS</a:t>
            </a:r>
            <a:endParaRPr lang="ko-KR" altLang="en-US" sz="1400" b="1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3" name="잉크 2">
                <a:extLst>
                  <a:ext uri="{FF2B5EF4-FFF2-40B4-BE49-F238E27FC236}">
                    <a16:creationId xmlns:a16="http://schemas.microsoft.com/office/drawing/2014/main" id="{A19E6ED2-5DE3-DA60-0DFC-117FAE737768}"/>
                  </a:ext>
                </a:extLst>
              </p14:cNvPr>
              <p14:cNvContentPartPr/>
              <p14:nvPr/>
            </p14:nvContentPartPr>
            <p14:xfrm>
              <a:off x="3340080" y="4309560"/>
              <a:ext cx="2489400" cy="1938960"/>
            </p14:xfrm>
          </p:contentPart>
        </mc:Choice>
        <mc:Fallback>
          <p:pic>
            <p:nvPicPr>
              <p:cNvPr id="3" name="잉크 2">
                <a:extLst>
                  <a:ext uri="{FF2B5EF4-FFF2-40B4-BE49-F238E27FC236}">
                    <a16:creationId xmlns:a16="http://schemas.microsoft.com/office/drawing/2014/main" id="{A19E6ED2-5DE3-DA60-0DFC-117FAE737768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330720" y="4300200"/>
                <a:ext cx="2508120" cy="1957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519546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0CC86F-25E5-0FDB-1690-DCECDFBA49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3" descr="OPR1000_7g_ref_refl.png">
            <a:extLst>
              <a:ext uri="{FF2B5EF4-FFF2-40B4-BE49-F238E27FC236}">
                <a16:creationId xmlns:a16="http://schemas.microsoft.com/office/drawing/2014/main" id="{2E6A8793-65C9-016A-25CB-D39F6B8A4F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8287" y="1481024"/>
            <a:ext cx="3556754" cy="5094430"/>
          </a:xfrm>
          <a:prstGeom prst="rect">
            <a:avLst/>
          </a:prstGeom>
        </p:spPr>
      </p:pic>
      <p:pic>
        <p:nvPicPr>
          <p:cNvPr id="6" name="Picture 2" descr="OPR1000_7g_mini_refl.png">
            <a:extLst>
              <a:ext uri="{FF2B5EF4-FFF2-40B4-BE49-F238E27FC236}">
                <a16:creationId xmlns:a16="http://schemas.microsoft.com/office/drawing/2014/main" id="{835C90E7-0836-CA63-FBC5-78123A56EC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6958" y="1406718"/>
            <a:ext cx="3597143" cy="5168736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61AE88F6-243D-E844-32AF-30A9B8AC00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7 group structure test</a:t>
            </a:r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21AE148-3596-ED16-FABB-D63FEDA639ED}"/>
              </a:ext>
            </a:extLst>
          </p:cNvPr>
          <p:cNvSpPr txBox="1"/>
          <p:nvPr/>
        </p:nvSpPr>
        <p:spPr>
          <a:xfrm>
            <a:off x="595099" y="1017740"/>
            <a:ext cx="11094127" cy="4542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b="1"/>
              <a:t>2D OPR1000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2167FE6-EDC1-10B2-4DB2-4BBB9A0611BE}"/>
              </a:ext>
            </a:extLst>
          </p:cNvPr>
          <p:cNvSpPr txBox="1"/>
          <p:nvPr/>
        </p:nvSpPr>
        <p:spPr>
          <a:xfrm>
            <a:off x="1318857" y="1481024"/>
            <a:ext cx="4728755" cy="30777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b="1"/>
              <a:t>OPR1000, 7group, minicore reflector XS</a:t>
            </a:r>
            <a:endParaRPr lang="ko-KR" altLang="en-US" sz="1400" b="1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3BB7BB7-4388-43CE-C247-F7D089B74790}"/>
              </a:ext>
            </a:extLst>
          </p:cNvPr>
          <p:cNvSpPr txBox="1"/>
          <p:nvPr/>
        </p:nvSpPr>
        <p:spPr>
          <a:xfrm>
            <a:off x="6207088" y="1491474"/>
            <a:ext cx="4728755" cy="30777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b="1"/>
              <a:t>OPR1400, 7group, 2D full core reflector XS</a:t>
            </a:r>
            <a:endParaRPr lang="ko-KR" altLang="en-US" sz="1400" b="1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3" name="잉크 2">
                <a:extLst>
                  <a:ext uri="{FF2B5EF4-FFF2-40B4-BE49-F238E27FC236}">
                    <a16:creationId xmlns:a16="http://schemas.microsoft.com/office/drawing/2014/main" id="{87595833-57E9-CA87-F0B8-C9A1FB7380A2}"/>
                  </a:ext>
                </a:extLst>
              </p14:cNvPr>
              <p14:cNvContentPartPr/>
              <p14:nvPr/>
            </p14:nvContentPartPr>
            <p14:xfrm>
              <a:off x="2103840" y="4677840"/>
              <a:ext cx="2087640" cy="271080"/>
            </p14:xfrm>
          </p:contentPart>
        </mc:Choice>
        <mc:Fallback>
          <p:pic>
            <p:nvPicPr>
              <p:cNvPr id="3" name="잉크 2">
                <a:extLst>
                  <a:ext uri="{FF2B5EF4-FFF2-40B4-BE49-F238E27FC236}">
                    <a16:creationId xmlns:a16="http://schemas.microsoft.com/office/drawing/2014/main" id="{87595833-57E9-CA87-F0B8-C9A1FB7380A2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094480" y="4668480"/>
                <a:ext cx="2106360" cy="289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79267199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626369-1F81-DE5B-1C4A-98D2C275BA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3" descr="ISMR_7g_ref_refl.png">
            <a:extLst>
              <a:ext uri="{FF2B5EF4-FFF2-40B4-BE49-F238E27FC236}">
                <a16:creationId xmlns:a16="http://schemas.microsoft.com/office/drawing/2014/main" id="{A3550A28-E036-BE53-DB1E-8BE5394A29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8414" y="1472030"/>
            <a:ext cx="3556754" cy="5103421"/>
          </a:xfrm>
          <a:prstGeom prst="rect">
            <a:avLst/>
          </a:prstGeom>
        </p:spPr>
      </p:pic>
      <p:pic>
        <p:nvPicPr>
          <p:cNvPr id="5" name="Picture 2" descr="ISMR_7g_mini_refl.png">
            <a:extLst>
              <a:ext uri="{FF2B5EF4-FFF2-40B4-BE49-F238E27FC236}">
                <a16:creationId xmlns:a16="http://schemas.microsoft.com/office/drawing/2014/main" id="{4D97C34A-8166-1664-B32B-64DCA5B865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56832" y="1406716"/>
            <a:ext cx="3597142" cy="5168736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6BD362F1-92EE-57F6-E7B4-94F23E43BC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7 group structure test</a:t>
            </a:r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BA6F0BC-B461-E913-0959-92F50E84D04D}"/>
              </a:ext>
            </a:extLst>
          </p:cNvPr>
          <p:cNvSpPr txBox="1"/>
          <p:nvPr/>
        </p:nvSpPr>
        <p:spPr>
          <a:xfrm>
            <a:off x="595099" y="1017740"/>
            <a:ext cx="11094127" cy="4542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b="1"/>
              <a:t>2D i-SMR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69159AC-BA8D-5F8A-BE5F-3CD7116A5729}"/>
              </a:ext>
            </a:extLst>
          </p:cNvPr>
          <p:cNvSpPr txBox="1"/>
          <p:nvPr/>
        </p:nvSpPr>
        <p:spPr>
          <a:xfrm>
            <a:off x="1318857" y="1481024"/>
            <a:ext cx="4728755" cy="30777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b="1"/>
              <a:t>i-SMR, 7group, minicore reflector XS</a:t>
            </a:r>
            <a:endParaRPr lang="ko-KR" altLang="en-US" sz="1400" b="1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37016DE-D4DA-1F49-DB77-931E72FDEFDE}"/>
              </a:ext>
            </a:extLst>
          </p:cNvPr>
          <p:cNvSpPr txBox="1"/>
          <p:nvPr/>
        </p:nvSpPr>
        <p:spPr>
          <a:xfrm>
            <a:off x="6207088" y="1491474"/>
            <a:ext cx="4728755" cy="30777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b="1"/>
              <a:t>i-SMR, 7group, 2D full core reflector XS</a:t>
            </a:r>
            <a:endParaRPr lang="ko-KR" altLang="en-US" sz="1400" b="1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3" name="잉크 2">
                <a:extLst>
                  <a:ext uri="{FF2B5EF4-FFF2-40B4-BE49-F238E27FC236}">
                    <a16:creationId xmlns:a16="http://schemas.microsoft.com/office/drawing/2014/main" id="{47F64A4E-DFF3-65E5-05E1-6BAE4FD29E26}"/>
                  </a:ext>
                </a:extLst>
              </p14:cNvPr>
              <p14:cNvContentPartPr/>
              <p14:nvPr/>
            </p14:nvContentPartPr>
            <p14:xfrm>
              <a:off x="4203720" y="1329120"/>
              <a:ext cx="969840" cy="1807920"/>
            </p14:xfrm>
          </p:contentPart>
        </mc:Choice>
        <mc:Fallback>
          <p:pic>
            <p:nvPicPr>
              <p:cNvPr id="3" name="잉크 2">
                <a:extLst>
                  <a:ext uri="{FF2B5EF4-FFF2-40B4-BE49-F238E27FC236}">
                    <a16:creationId xmlns:a16="http://schemas.microsoft.com/office/drawing/2014/main" id="{47F64A4E-DFF3-65E5-05E1-6BAE4FD29E26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194360" y="1319760"/>
                <a:ext cx="988560" cy="1826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33201833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DA1AC7-8736-E6F1-25BF-BC08F3BFC1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C68C751-AC7F-468B-E70B-891BCC96F5A1}"/>
              </a:ext>
            </a:extLst>
          </p:cNvPr>
          <p:cNvSpPr txBox="1"/>
          <p:nvPr/>
        </p:nvSpPr>
        <p:spPr>
          <a:xfrm>
            <a:off x="3333633" y="2413337"/>
            <a:ext cx="552473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6000" b="1" dirty="0" err="1"/>
              <a:t>i</a:t>
            </a:r>
            <a:r>
              <a:rPr lang="en-US" altLang="ko-KR" sz="6000" b="1" dirty="0"/>
              <a:t>-SMR rodded</a:t>
            </a:r>
            <a:endParaRPr lang="ko-KR" altLang="en-US" sz="6000" b="1" dirty="0"/>
          </a:p>
        </p:txBody>
      </p:sp>
    </p:spTree>
    <p:extLst>
      <p:ext uri="{BB962C8B-B14F-4D97-AF65-F5344CB8AC3E}">
        <p14:creationId xmlns:p14="http://schemas.microsoft.com/office/powerpoint/2010/main" val="377788672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609875-A434-D4AB-87A1-65552BBF46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4F90BF6-BC03-ED22-3858-3D3F5C5FB2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group structure test</a:t>
            </a:r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170BAC1-D39A-1F50-0AEB-998E264D7FBC}"/>
              </a:ext>
            </a:extLst>
          </p:cNvPr>
          <p:cNvSpPr txBox="1"/>
          <p:nvPr/>
        </p:nvSpPr>
        <p:spPr>
          <a:xfrm>
            <a:off x="595099" y="1017740"/>
            <a:ext cx="11094127" cy="4542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b="1"/>
              <a:t>2D i-SMR rodded </a:t>
            </a:r>
            <a:r>
              <a:rPr lang="ko-KR" altLang="en-US" b="1"/>
              <a:t>비교 </a:t>
            </a:r>
            <a:r>
              <a:rPr lang="en-US" altLang="ko-KR" b="1"/>
              <a:t>(2, 4, 5, 7 </a:t>
            </a:r>
            <a:r>
              <a:rPr lang="ko-KR" altLang="en-US" b="1"/>
              <a:t>군</a:t>
            </a:r>
            <a:r>
              <a:rPr lang="en-US" altLang="ko-KR" b="1"/>
              <a:t>)</a:t>
            </a:r>
          </a:p>
        </p:txBody>
      </p:sp>
      <p:pic>
        <p:nvPicPr>
          <p:cNvPr id="6" name="Picture 2" descr="ISMR_ref_4g.png">
            <a:extLst>
              <a:ext uri="{FF2B5EF4-FFF2-40B4-BE49-F238E27FC236}">
                <a16:creationId xmlns:a16="http://schemas.microsoft.com/office/drawing/2014/main" id="{FBD09CCB-5926-E201-E1BA-F9FCBD9089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4664" y="1815151"/>
            <a:ext cx="2922346" cy="418433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3" name="Picture 2" descr="ISMR_ref_5g.png">
            <a:extLst>
              <a:ext uri="{FF2B5EF4-FFF2-40B4-BE49-F238E27FC236}">
                <a16:creationId xmlns:a16="http://schemas.microsoft.com/office/drawing/2014/main" id="{14616561-DC18-A420-13CE-3A356236C3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2159" y="1808905"/>
            <a:ext cx="2922346" cy="418433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5" name="Picture 2" descr="ISMR_ref_7g.png">
            <a:extLst>
              <a:ext uri="{FF2B5EF4-FFF2-40B4-BE49-F238E27FC236}">
                <a16:creationId xmlns:a16="http://schemas.microsoft.com/office/drawing/2014/main" id="{8C8618C0-4060-1E68-F98E-D17FA2AF7A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69654" y="1808905"/>
            <a:ext cx="2922346" cy="418433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7" name="Picture 2" descr="ISMR_ref_2g.png">
            <a:extLst>
              <a:ext uri="{FF2B5EF4-FFF2-40B4-BE49-F238E27FC236}">
                <a16:creationId xmlns:a16="http://schemas.microsoft.com/office/drawing/2014/main" id="{9D2223FB-1121-7D6B-BF58-245BD3501E0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69" y="1808905"/>
            <a:ext cx="2922346" cy="418433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9767B96D-7005-F970-D459-262F5B8280FC}"/>
              </a:ext>
            </a:extLst>
          </p:cNvPr>
          <p:cNvSpPr txBox="1"/>
          <p:nvPr/>
        </p:nvSpPr>
        <p:spPr>
          <a:xfrm>
            <a:off x="787135" y="6399448"/>
            <a:ext cx="4728755" cy="30777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ko-KR" altLang="en-US" sz="1400" b="1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0144BC5-00CF-80E1-4C43-53AA8B83C030}"/>
              </a:ext>
            </a:extLst>
          </p:cNvPr>
          <p:cNvSpPr txBox="1"/>
          <p:nvPr/>
        </p:nvSpPr>
        <p:spPr>
          <a:xfrm>
            <a:off x="48403" y="1812933"/>
            <a:ext cx="2877084" cy="40011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/>
              <a:t>i-SMR rooded (ARI), 2 group, </a:t>
            </a:r>
          </a:p>
          <a:p>
            <a:pPr algn="ctr"/>
            <a:r>
              <a:rPr lang="en-US" altLang="ko-KR" sz="1000" b="1"/>
              <a:t>2D full core reflector XS</a:t>
            </a:r>
            <a:endParaRPr lang="ko-KR" altLang="en-US" sz="1000" b="1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111A430-4BD7-DC35-A2E5-5DA404940A36}"/>
              </a:ext>
            </a:extLst>
          </p:cNvPr>
          <p:cNvSpPr txBox="1"/>
          <p:nvPr/>
        </p:nvSpPr>
        <p:spPr>
          <a:xfrm>
            <a:off x="3115260" y="1829045"/>
            <a:ext cx="2897722" cy="40011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/>
              <a:t>i-SMR rooded (ARI), 4 group, </a:t>
            </a:r>
          </a:p>
          <a:p>
            <a:pPr algn="ctr"/>
            <a:r>
              <a:rPr lang="en-US" altLang="ko-KR" sz="1000" b="1"/>
              <a:t>2D full core reflector XS</a:t>
            </a:r>
            <a:endParaRPr lang="ko-KR" altLang="en-US" sz="1000" b="1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273D9C8-8151-08D6-09A5-3A72C9A1EBB4}"/>
              </a:ext>
            </a:extLst>
          </p:cNvPr>
          <p:cNvSpPr txBox="1"/>
          <p:nvPr/>
        </p:nvSpPr>
        <p:spPr>
          <a:xfrm>
            <a:off x="6197773" y="1812933"/>
            <a:ext cx="2877084" cy="40011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/>
              <a:t>i-SMR rooded (ARI), 5 group, </a:t>
            </a:r>
          </a:p>
          <a:p>
            <a:pPr algn="ctr"/>
            <a:r>
              <a:rPr lang="en-US" altLang="ko-KR" sz="1000" b="1"/>
              <a:t>2D full core reflector XS</a:t>
            </a:r>
            <a:endParaRPr lang="ko-KR" altLang="en-US" sz="1000" b="1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040C036-D628-5029-2F6D-93937FCCEF4E}"/>
              </a:ext>
            </a:extLst>
          </p:cNvPr>
          <p:cNvSpPr txBox="1"/>
          <p:nvPr/>
        </p:nvSpPr>
        <p:spPr>
          <a:xfrm>
            <a:off x="9311775" y="1820989"/>
            <a:ext cx="2877084" cy="40011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/>
              <a:t>i-SMR rooded (ARI), 7 group, </a:t>
            </a:r>
          </a:p>
          <a:p>
            <a:pPr algn="ctr"/>
            <a:r>
              <a:rPr lang="en-US" altLang="ko-KR" sz="1000" b="1"/>
              <a:t>2D full core reflector XS</a:t>
            </a:r>
            <a:endParaRPr lang="ko-KR" altLang="en-US" sz="1000" b="1"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13242C7E-70B2-847D-B87E-DF5A3F12433B}"/>
              </a:ext>
            </a:extLst>
          </p:cNvPr>
          <p:cNvSpPr/>
          <p:nvPr/>
        </p:nvSpPr>
        <p:spPr>
          <a:xfrm>
            <a:off x="48403" y="2779454"/>
            <a:ext cx="165091" cy="314199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1575B553-61F1-C854-941A-F3425A6F8516}"/>
              </a:ext>
            </a:extLst>
          </p:cNvPr>
          <p:cNvSpPr/>
          <p:nvPr/>
        </p:nvSpPr>
        <p:spPr>
          <a:xfrm>
            <a:off x="213493" y="2477339"/>
            <a:ext cx="306143" cy="302115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9B5403A3-CE03-D847-78B5-D80A432799ED}"/>
              </a:ext>
            </a:extLst>
          </p:cNvPr>
          <p:cNvSpPr/>
          <p:nvPr/>
        </p:nvSpPr>
        <p:spPr>
          <a:xfrm rot="5400000">
            <a:off x="596809" y="2248374"/>
            <a:ext cx="151794" cy="306142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36" name="그룹 35">
            <a:extLst>
              <a:ext uri="{FF2B5EF4-FFF2-40B4-BE49-F238E27FC236}">
                <a16:creationId xmlns:a16="http://schemas.microsoft.com/office/drawing/2014/main" id="{3F3C7421-5C3A-9463-F2B7-C29ADA34173C}"/>
              </a:ext>
            </a:extLst>
          </p:cNvPr>
          <p:cNvGrpSpPr/>
          <p:nvPr/>
        </p:nvGrpSpPr>
        <p:grpSpPr>
          <a:xfrm>
            <a:off x="1507085" y="2325548"/>
            <a:ext cx="777374" cy="768105"/>
            <a:chOff x="200803" y="2477948"/>
            <a:chExt cx="777374" cy="768105"/>
          </a:xfrm>
        </p:grpSpPr>
        <p:sp>
          <p:nvSpPr>
            <p:cNvPr id="31" name="직사각형 30">
              <a:extLst>
                <a:ext uri="{FF2B5EF4-FFF2-40B4-BE49-F238E27FC236}">
                  <a16:creationId xmlns:a16="http://schemas.microsoft.com/office/drawing/2014/main" id="{8FFBC90C-2BFC-873F-5727-313B573C3B34}"/>
                </a:ext>
              </a:extLst>
            </p:cNvPr>
            <p:cNvSpPr/>
            <p:nvPr/>
          </p:nvSpPr>
          <p:spPr>
            <a:xfrm>
              <a:off x="200803" y="2931854"/>
              <a:ext cx="165091" cy="314199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3" name="직사각형 32">
              <a:extLst>
                <a:ext uri="{FF2B5EF4-FFF2-40B4-BE49-F238E27FC236}">
                  <a16:creationId xmlns:a16="http://schemas.microsoft.com/office/drawing/2014/main" id="{D26144B0-F114-C95D-26A8-22F06E6AE79B}"/>
                </a:ext>
              </a:extLst>
            </p:cNvPr>
            <p:cNvSpPr/>
            <p:nvPr/>
          </p:nvSpPr>
          <p:spPr>
            <a:xfrm>
              <a:off x="365893" y="2629739"/>
              <a:ext cx="306143" cy="302115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5" name="직사각형 34">
              <a:extLst>
                <a:ext uri="{FF2B5EF4-FFF2-40B4-BE49-F238E27FC236}">
                  <a16:creationId xmlns:a16="http://schemas.microsoft.com/office/drawing/2014/main" id="{641AA524-4022-9917-274D-815F7A5F4813}"/>
                </a:ext>
              </a:extLst>
            </p:cNvPr>
            <p:cNvSpPr/>
            <p:nvPr/>
          </p:nvSpPr>
          <p:spPr>
            <a:xfrm rot="5400000">
              <a:off x="749209" y="2400774"/>
              <a:ext cx="151794" cy="306142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47" name="그룹 46">
            <a:extLst>
              <a:ext uri="{FF2B5EF4-FFF2-40B4-BE49-F238E27FC236}">
                <a16:creationId xmlns:a16="http://schemas.microsoft.com/office/drawing/2014/main" id="{17B87FA1-0C4E-9B0F-2A8C-DF7B24625FDB}"/>
              </a:ext>
            </a:extLst>
          </p:cNvPr>
          <p:cNvGrpSpPr/>
          <p:nvPr/>
        </p:nvGrpSpPr>
        <p:grpSpPr>
          <a:xfrm>
            <a:off x="3139428" y="2325548"/>
            <a:ext cx="777374" cy="768105"/>
            <a:chOff x="200803" y="2477948"/>
            <a:chExt cx="777374" cy="768105"/>
          </a:xfrm>
        </p:grpSpPr>
        <p:sp>
          <p:nvSpPr>
            <p:cNvPr id="48" name="직사각형 47">
              <a:extLst>
                <a:ext uri="{FF2B5EF4-FFF2-40B4-BE49-F238E27FC236}">
                  <a16:creationId xmlns:a16="http://schemas.microsoft.com/office/drawing/2014/main" id="{389CC144-E866-7BE0-7C81-C0E96B5BC122}"/>
                </a:ext>
              </a:extLst>
            </p:cNvPr>
            <p:cNvSpPr/>
            <p:nvPr/>
          </p:nvSpPr>
          <p:spPr>
            <a:xfrm>
              <a:off x="200803" y="2931854"/>
              <a:ext cx="165091" cy="314199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9" name="직사각형 48">
              <a:extLst>
                <a:ext uri="{FF2B5EF4-FFF2-40B4-BE49-F238E27FC236}">
                  <a16:creationId xmlns:a16="http://schemas.microsoft.com/office/drawing/2014/main" id="{D7B78B93-1F5B-7953-1071-AD666BE8EF8F}"/>
                </a:ext>
              </a:extLst>
            </p:cNvPr>
            <p:cNvSpPr/>
            <p:nvPr/>
          </p:nvSpPr>
          <p:spPr>
            <a:xfrm>
              <a:off x="365893" y="2629739"/>
              <a:ext cx="306143" cy="302115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0" name="직사각형 49">
              <a:extLst>
                <a:ext uri="{FF2B5EF4-FFF2-40B4-BE49-F238E27FC236}">
                  <a16:creationId xmlns:a16="http://schemas.microsoft.com/office/drawing/2014/main" id="{DD24A207-F9AE-7070-6E37-950486A9095C}"/>
                </a:ext>
              </a:extLst>
            </p:cNvPr>
            <p:cNvSpPr/>
            <p:nvPr/>
          </p:nvSpPr>
          <p:spPr>
            <a:xfrm rot="5400000">
              <a:off x="749209" y="2400774"/>
              <a:ext cx="151794" cy="306142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51" name="그룹 50">
            <a:extLst>
              <a:ext uri="{FF2B5EF4-FFF2-40B4-BE49-F238E27FC236}">
                <a16:creationId xmlns:a16="http://schemas.microsoft.com/office/drawing/2014/main" id="{6B3D9A98-BB12-B937-0491-89063E558BCF}"/>
              </a:ext>
            </a:extLst>
          </p:cNvPr>
          <p:cNvGrpSpPr/>
          <p:nvPr/>
        </p:nvGrpSpPr>
        <p:grpSpPr>
          <a:xfrm>
            <a:off x="4601662" y="2325548"/>
            <a:ext cx="777374" cy="768105"/>
            <a:chOff x="200803" y="2477948"/>
            <a:chExt cx="777374" cy="768105"/>
          </a:xfrm>
        </p:grpSpPr>
        <p:sp>
          <p:nvSpPr>
            <p:cNvPr id="52" name="직사각형 51">
              <a:extLst>
                <a:ext uri="{FF2B5EF4-FFF2-40B4-BE49-F238E27FC236}">
                  <a16:creationId xmlns:a16="http://schemas.microsoft.com/office/drawing/2014/main" id="{B090617F-DC8D-CE28-F324-C81C25FA44FC}"/>
                </a:ext>
              </a:extLst>
            </p:cNvPr>
            <p:cNvSpPr/>
            <p:nvPr/>
          </p:nvSpPr>
          <p:spPr>
            <a:xfrm>
              <a:off x="200803" y="2931854"/>
              <a:ext cx="165091" cy="314199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3" name="직사각형 52">
              <a:extLst>
                <a:ext uri="{FF2B5EF4-FFF2-40B4-BE49-F238E27FC236}">
                  <a16:creationId xmlns:a16="http://schemas.microsoft.com/office/drawing/2014/main" id="{3DCC78CB-117E-18D6-D76D-E5F67D2A2B65}"/>
                </a:ext>
              </a:extLst>
            </p:cNvPr>
            <p:cNvSpPr/>
            <p:nvPr/>
          </p:nvSpPr>
          <p:spPr>
            <a:xfrm>
              <a:off x="365893" y="2629739"/>
              <a:ext cx="306143" cy="302115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4" name="직사각형 53">
              <a:extLst>
                <a:ext uri="{FF2B5EF4-FFF2-40B4-BE49-F238E27FC236}">
                  <a16:creationId xmlns:a16="http://schemas.microsoft.com/office/drawing/2014/main" id="{53864CC7-B26D-9FD0-3112-881A423E4271}"/>
                </a:ext>
              </a:extLst>
            </p:cNvPr>
            <p:cNvSpPr/>
            <p:nvPr/>
          </p:nvSpPr>
          <p:spPr>
            <a:xfrm rot="5400000">
              <a:off x="749209" y="2400774"/>
              <a:ext cx="151794" cy="306142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55" name="그룹 54">
            <a:extLst>
              <a:ext uri="{FF2B5EF4-FFF2-40B4-BE49-F238E27FC236}">
                <a16:creationId xmlns:a16="http://schemas.microsoft.com/office/drawing/2014/main" id="{95A98598-173E-F200-5143-8FEA1FCD4529}"/>
              </a:ext>
            </a:extLst>
          </p:cNvPr>
          <p:cNvGrpSpPr/>
          <p:nvPr/>
        </p:nvGrpSpPr>
        <p:grpSpPr>
          <a:xfrm>
            <a:off x="6226864" y="2325548"/>
            <a:ext cx="777374" cy="768105"/>
            <a:chOff x="200803" y="2477948"/>
            <a:chExt cx="777374" cy="768105"/>
          </a:xfrm>
        </p:grpSpPr>
        <p:sp>
          <p:nvSpPr>
            <p:cNvPr id="56" name="직사각형 55">
              <a:extLst>
                <a:ext uri="{FF2B5EF4-FFF2-40B4-BE49-F238E27FC236}">
                  <a16:creationId xmlns:a16="http://schemas.microsoft.com/office/drawing/2014/main" id="{ECFBB551-2DE9-4688-39E0-87D0C3E2F9C2}"/>
                </a:ext>
              </a:extLst>
            </p:cNvPr>
            <p:cNvSpPr/>
            <p:nvPr/>
          </p:nvSpPr>
          <p:spPr>
            <a:xfrm>
              <a:off x="200803" y="2931854"/>
              <a:ext cx="165091" cy="314199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7" name="직사각형 56">
              <a:extLst>
                <a:ext uri="{FF2B5EF4-FFF2-40B4-BE49-F238E27FC236}">
                  <a16:creationId xmlns:a16="http://schemas.microsoft.com/office/drawing/2014/main" id="{C1140D5F-0B00-B283-E5A6-A6D660213D62}"/>
                </a:ext>
              </a:extLst>
            </p:cNvPr>
            <p:cNvSpPr/>
            <p:nvPr/>
          </p:nvSpPr>
          <p:spPr>
            <a:xfrm>
              <a:off x="365893" y="2629739"/>
              <a:ext cx="306143" cy="302115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8" name="직사각형 57">
              <a:extLst>
                <a:ext uri="{FF2B5EF4-FFF2-40B4-BE49-F238E27FC236}">
                  <a16:creationId xmlns:a16="http://schemas.microsoft.com/office/drawing/2014/main" id="{B4396A54-87BB-B00A-0AB5-6F718B9FA619}"/>
                </a:ext>
              </a:extLst>
            </p:cNvPr>
            <p:cNvSpPr/>
            <p:nvPr/>
          </p:nvSpPr>
          <p:spPr>
            <a:xfrm rot="5400000">
              <a:off x="749209" y="2400774"/>
              <a:ext cx="151794" cy="306142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59" name="그룹 58">
            <a:extLst>
              <a:ext uri="{FF2B5EF4-FFF2-40B4-BE49-F238E27FC236}">
                <a16:creationId xmlns:a16="http://schemas.microsoft.com/office/drawing/2014/main" id="{B03FDC80-39FA-4E41-3F1C-46CE8E7EF23F}"/>
              </a:ext>
            </a:extLst>
          </p:cNvPr>
          <p:cNvGrpSpPr/>
          <p:nvPr/>
        </p:nvGrpSpPr>
        <p:grpSpPr>
          <a:xfrm>
            <a:off x="7685070" y="2325548"/>
            <a:ext cx="777374" cy="768105"/>
            <a:chOff x="200803" y="2477948"/>
            <a:chExt cx="777374" cy="768105"/>
          </a:xfrm>
        </p:grpSpPr>
        <p:sp>
          <p:nvSpPr>
            <p:cNvPr id="60" name="직사각형 59">
              <a:extLst>
                <a:ext uri="{FF2B5EF4-FFF2-40B4-BE49-F238E27FC236}">
                  <a16:creationId xmlns:a16="http://schemas.microsoft.com/office/drawing/2014/main" id="{5A8B3562-6C88-057F-3A14-F8B719BF4CE1}"/>
                </a:ext>
              </a:extLst>
            </p:cNvPr>
            <p:cNvSpPr/>
            <p:nvPr/>
          </p:nvSpPr>
          <p:spPr>
            <a:xfrm>
              <a:off x="200803" y="2931854"/>
              <a:ext cx="165091" cy="314199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1" name="직사각형 60">
              <a:extLst>
                <a:ext uri="{FF2B5EF4-FFF2-40B4-BE49-F238E27FC236}">
                  <a16:creationId xmlns:a16="http://schemas.microsoft.com/office/drawing/2014/main" id="{959D88BB-5343-3940-1258-CC96D82707C4}"/>
                </a:ext>
              </a:extLst>
            </p:cNvPr>
            <p:cNvSpPr/>
            <p:nvPr/>
          </p:nvSpPr>
          <p:spPr>
            <a:xfrm>
              <a:off x="365893" y="2629739"/>
              <a:ext cx="306143" cy="302115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2" name="직사각형 61">
              <a:extLst>
                <a:ext uri="{FF2B5EF4-FFF2-40B4-BE49-F238E27FC236}">
                  <a16:creationId xmlns:a16="http://schemas.microsoft.com/office/drawing/2014/main" id="{AE3DDE42-8098-DF37-544A-DEB4BE177857}"/>
                </a:ext>
              </a:extLst>
            </p:cNvPr>
            <p:cNvSpPr/>
            <p:nvPr/>
          </p:nvSpPr>
          <p:spPr>
            <a:xfrm rot="5400000">
              <a:off x="749209" y="2400774"/>
              <a:ext cx="151794" cy="306142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63" name="그룹 62">
            <a:extLst>
              <a:ext uri="{FF2B5EF4-FFF2-40B4-BE49-F238E27FC236}">
                <a16:creationId xmlns:a16="http://schemas.microsoft.com/office/drawing/2014/main" id="{BA84769D-0710-5231-5E23-D1A23F0D27F1}"/>
              </a:ext>
            </a:extLst>
          </p:cNvPr>
          <p:cNvGrpSpPr/>
          <p:nvPr/>
        </p:nvGrpSpPr>
        <p:grpSpPr>
          <a:xfrm>
            <a:off x="9311775" y="2325548"/>
            <a:ext cx="777374" cy="768105"/>
            <a:chOff x="200803" y="2477948"/>
            <a:chExt cx="777374" cy="768105"/>
          </a:xfrm>
        </p:grpSpPr>
        <p:sp>
          <p:nvSpPr>
            <p:cNvPr id="64" name="직사각형 63">
              <a:extLst>
                <a:ext uri="{FF2B5EF4-FFF2-40B4-BE49-F238E27FC236}">
                  <a16:creationId xmlns:a16="http://schemas.microsoft.com/office/drawing/2014/main" id="{B2C09566-7790-A9FC-08AC-488BE1065EC4}"/>
                </a:ext>
              </a:extLst>
            </p:cNvPr>
            <p:cNvSpPr/>
            <p:nvPr/>
          </p:nvSpPr>
          <p:spPr>
            <a:xfrm>
              <a:off x="200803" y="2931854"/>
              <a:ext cx="165091" cy="314199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5" name="직사각형 64">
              <a:extLst>
                <a:ext uri="{FF2B5EF4-FFF2-40B4-BE49-F238E27FC236}">
                  <a16:creationId xmlns:a16="http://schemas.microsoft.com/office/drawing/2014/main" id="{BD78EF8D-6C7B-BFC5-84A7-5110AE578FC6}"/>
                </a:ext>
              </a:extLst>
            </p:cNvPr>
            <p:cNvSpPr/>
            <p:nvPr/>
          </p:nvSpPr>
          <p:spPr>
            <a:xfrm>
              <a:off x="365893" y="2629739"/>
              <a:ext cx="306143" cy="302115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6" name="직사각형 65">
              <a:extLst>
                <a:ext uri="{FF2B5EF4-FFF2-40B4-BE49-F238E27FC236}">
                  <a16:creationId xmlns:a16="http://schemas.microsoft.com/office/drawing/2014/main" id="{ED24DA77-874A-19CE-42FF-8DAB9FED4956}"/>
                </a:ext>
              </a:extLst>
            </p:cNvPr>
            <p:cNvSpPr/>
            <p:nvPr/>
          </p:nvSpPr>
          <p:spPr>
            <a:xfrm rot="5400000">
              <a:off x="749209" y="2400774"/>
              <a:ext cx="151794" cy="306142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77" name="그룹 76">
            <a:extLst>
              <a:ext uri="{FF2B5EF4-FFF2-40B4-BE49-F238E27FC236}">
                <a16:creationId xmlns:a16="http://schemas.microsoft.com/office/drawing/2014/main" id="{25DDE373-EC4D-B69F-74EA-3C43DB23F17E}"/>
              </a:ext>
            </a:extLst>
          </p:cNvPr>
          <p:cNvGrpSpPr/>
          <p:nvPr/>
        </p:nvGrpSpPr>
        <p:grpSpPr>
          <a:xfrm>
            <a:off x="10769981" y="2325548"/>
            <a:ext cx="777374" cy="768105"/>
            <a:chOff x="200803" y="2477948"/>
            <a:chExt cx="777374" cy="768105"/>
          </a:xfrm>
        </p:grpSpPr>
        <p:sp>
          <p:nvSpPr>
            <p:cNvPr id="78" name="직사각형 77">
              <a:extLst>
                <a:ext uri="{FF2B5EF4-FFF2-40B4-BE49-F238E27FC236}">
                  <a16:creationId xmlns:a16="http://schemas.microsoft.com/office/drawing/2014/main" id="{A91AC441-7F9A-C650-F98C-DF49FAEE985D}"/>
                </a:ext>
              </a:extLst>
            </p:cNvPr>
            <p:cNvSpPr/>
            <p:nvPr/>
          </p:nvSpPr>
          <p:spPr>
            <a:xfrm>
              <a:off x="200803" y="2931854"/>
              <a:ext cx="165091" cy="314199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9" name="직사각형 78">
              <a:extLst>
                <a:ext uri="{FF2B5EF4-FFF2-40B4-BE49-F238E27FC236}">
                  <a16:creationId xmlns:a16="http://schemas.microsoft.com/office/drawing/2014/main" id="{CEEEF371-291B-9CF7-AAFC-39D470C7B5C6}"/>
                </a:ext>
              </a:extLst>
            </p:cNvPr>
            <p:cNvSpPr/>
            <p:nvPr/>
          </p:nvSpPr>
          <p:spPr>
            <a:xfrm>
              <a:off x="365893" y="2629739"/>
              <a:ext cx="306143" cy="302115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0" name="직사각형 79">
              <a:extLst>
                <a:ext uri="{FF2B5EF4-FFF2-40B4-BE49-F238E27FC236}">
                  <a16:creationId xmlns:a16="http://schemas.microsoft.com/office/drawing/2014/main" id="{C643CA98-E138-637B-0795-97D1097D50B5}"/>
                </a:ext>
              </a:extLst>
            </p:cNvPr>
            <p:cNvSpPr/>
            <p:nvPr/>
          </p:nvSpPr>
          <p:spPr>
            <a:xfrm rot="5400000">
              <a:off x="749209" y="2400774"/>
              <a:ext cx="151794" cy="306142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3" name="잉크 2">
                <a:extLst>
                  <a:ext uri="{FF2B5EF4-FFF2-40B4-BE49-F238E27FC236}">
                    <a16:creationId xmlns:a16="http://schemas.microsoft.com/office/drawing/2014/main" id="{E0790AE2-6F3F-AD54-E1AC-97029B9A3A17}"/>
                  </a:ext>
                </a:extLst>
              </p14:cNvPr>
              <p14:cNvContentPartPr/>
              <p14:nvPr/>
            </p14:nvContentPartPr>
            <p14:xfrm>
              <a:off x="2671200" y="1807560"/>
              <a:ext cx="9245880" cy="402480"/>
            </p14:xfrm>
          </p:contentPart>
        </mc:Choice>
        <mc:Fallback>
          <p:pic>
            <p:nvPicPr>
              <p:cNvPr id="3" name="잉크 2">
                <a:extLst>
                  <a:ext uri="{FF2B5EF4-FFF2-40B4-BE49-F238E27FC236}">
                    <a16:creationId xmlns:a16="http://schemas.microsoft.com/office/drawing/2014/main" id="{E0790AE2-6F3F-AD54-E1AC-97029B9A3A17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661840" y="1798200"/>
                <a:ext cx="9264600" cy="421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28548453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5982BE-CED1-0666-64C0-27170508CB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6FDA528-62B4-A029-877E-F26ABF7928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결론 및 향후 계획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DB5681F-FF4B-1553-FBD1-46EC7B71FC8D}"/>
              </a:ext>
            </a:extLst>
          </p:cNvPr>
          <p:cNvSpPr txBox="1"/>
          <p:nvPr/>
        </p:nvSpPr>
        <p:spPr>
          <a:xfrm>
            <a:off x="589873" y="1017740"/>
            <a:ext cx="11532939" cy="3362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b="1" dirty="0"/>
              <a:t>결론</a:t>
            </a:r>
            <a:r>
              <a:rPr lang="en-US" altLang="ko-KR" b="1" dirty="0"/>
              <a:t>: </a:t>
            </a:r>
            <a:r>
              <a:rPr lang="ko-KR" altLang="en-US" b="1" dirty="0"/>
              <a:t>반사체 보정인자가 대부분 케이스</a:t>
            </a:r>
            <a:r>
              <a:rPr lang="en-US" altLang="ko-KR" b="1" dirty="0"/>
              <a:t>(7g OPR /</a:t>
            </a:r>
            <a:r>
              <a:rPr lang="ko-KR" altLang="en-US" b="1" dirty="0"/>
              <a:t> </a:t>
            </a:r>
            <a:r>
              <a:rPr lang="en-US" altLang="ko-KR" b="1" dirty="0"/>
              <a:t>APR </a:t>
            </a:r>
            <a:r>
              <a:rPr lang="ko-KR" altLang="en-US" b="1" dirty="0"/>
              <a:t>제외</a:t>
            </a:r>
            <a:r>
              <a:rPr lang="en-US" altLang="ko-KR" b="1" dirty="0"/>
              <a:t>)</a:t>
            </a:r>
            <a:r>
              <a:rPr lang="ko-KR" altLang="en-US" b="1" dirty="0"/>
              <a:t>에서 </a:t>
            </a:r>
            <a:r>
              <a:rPr lang="en-US" altLang="ko-KR" b="1" dirty="0"/>
              <a:t>RMS, MAX</a:t>
            </a:r>
            <a:r>
              <a:rPr lang="ko-KR" altLang="en-US" b="1" dirty="0"/>
              <a:t>를 개선하였음</a:t>
            </a:r>
            <a:r>
              <a:rPr lang="en-US" altLang="ko-KR" b="1" dirty="0"/>
              <a:t>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b="1" dirty="0"/>
              <a:t>향후 계획</a:t>
            </a:r>
            <a:endParaRPr lang="en-US" altLang="ko-KR" b="1" dirty="0"/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b="1" dirty="0"/>
              <a:t>2, 4, 5, 7 group pin-wise XS</a:t>
            </a:r>
            <a:r>
              <a:rPr lang="ko-KR" altLang="en-US" b="1" dirty="0"/>
              <a:t>으로 </a:t>
            </a:r>
            <a:r>
              <a:rPr lang="en-US" altLang="ko-KR" b="1" dirty="0"/>
              <a:t>--</a:t>
            </a:r>
            <a:r>
              <a:rPr lang="en-US" altLang="ko-KR" b="1" dirty="0" err="1"/>
              <a:t>hom</a:t>
            </a:r>
            <a:r>
              <a:rPr lang="ko-KR" altLang="en-US" b="1" dirty="0"/>
              <a:t>으로 </a:t>
            </a:r>
            <a:r>
              <a:rPr lang="en-US" altLang="ko-KR" b="1" dirty="0"/>
              <a:t>2group nodal XS</a:t>
            </a:r>
            <a:r>
              <a:rPr lang="ko-KR" altLang="en-US" b="1" dirty="0"/>
              <a:t>으로 균질화 하고 해가 </a:t>
            </a:r>
            <a:r>
              <a:rPr lang="ko-KR" altLang="en-US" b="1" dirty="0" err="1"/>
              <a:t>같은지</a:t>
            </a:r>
            <a:r>
              <a:rPr lang="ko-KR" altLang="en-US" b="1" dirty="0"/>
              <a:t> 확인</a:t>
            </a:r>
            <a:endParaRPr lang="en-US" altLang="ko-KR" b="1" dirty="0"/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b="1" dirty="0"/>
              <a:t>9</a:t>
            </a:r>
            <a:r>
              <a:rPr lang="ko-KR" altLang="en-US" b="1" dirty="0"/>
              <a:t>월 넷째 주 부터 논문 작성 시작</a:t>
            </a:r>
            <a:endParaRPr lang="en-US" altLang="ko-KR" b="1" dirty="0"/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b="1" dirty="0"/>
              <a:t>Reload </a:t>
            </a:r>
            <a:r>
              <a:rPr lang="ko-KR" altLang="en-US" b="1" dirty="0"/>
              <a:t>모델 생성</a:t>
            </a:r>
            <a:r>
              <a:rPr lang="en-US" altLang="ko-KR" b="1" dirty="0"/>
              <a:t> </a:t>
            </a:r>
            <a:r>
              <a:rPr lang="ko-KR" altLang="en-US" b="1" dirty="0"/>
              <a:t>및 비교 </a:t>
            </a:r>
            <a:r>
              <a:rPr lang="en-US" altLang="ko-KR" b="1" dirty="0"/>
              <a:t>(</a:t>
            </a:r>
            <a:r>
              <a:rPr lang="ko-KR" altLang="en-US" b="1" dirty="0"/>
              <a:t>참고</a:t>
            </a:r>
            <a:r>
              <a:rPr lang="en-US" altLang="ko-KR" b="1" dirty="0"/>
              <a:t>)</a:t>
            </a:r>
          </a:p>
          <a:p>
            <a:pPr marL="1200150" lvl="2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b="1" dirty="0"/>
              <a:t>PRAGMA</a:t>
            </a:r>
            <a:r>
              <a:rPr lang="ko-KR" altLang="en-US" b="1" dirty="0"/>
              <a:t>로 </a:t>
            </a:r>
            <a:r>
              <a:rPr lang="en-US" altLang="ko-KR" b="1" dirty="0"/>
              <a:t>3D </a:t>
            </a:r>
            <a:r>
              <a:rPr lang="ko-KR" altLang="en-US" b="1" dirty="0"/>
              <a:t>연소계산 수행 </a:t>
            </a:r>
            <a:r>
              <a:rPr lang="en-US" altLang="ko-KR" b="1" dirty="0"/>
              <a:t>(ARO), (</a:t>
            </a:r>
            <a:r>
              <a:rPr lang="ko-KR" altLang="en-US" b="1" dirty="0" err="1"/>
              <a:t>몇주기까지</a:t>
            </a:r>
            <a:r>
              <a:rPr lang="en-US" altLang="ko-KR" b="1" dirty="0"/>
              <a:t>?)</a:t>
            </a:r>
          </a:p>
          <a:p>
            <a:pPr marL="1200150" lvl="2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b="1" dirty="0"/>
              <a:t>노심계산</a:t>
            </a:r>
            <a:r>
              <a:rPr lang="en-US" altLang="ko-KR" b="1" dirty="0"/>
              <a:t>: CROMA XS (FA, radial), PRAGMA XS (axial)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US" altLang="ko-KR" b="1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3" name="잉크 2">
                <a:extLst>
                  <a:ext uri="{FF2B5EF4-FFF2-40B4-BE49-F238E27FC236}">
                    <a16:creationId xmlns:a16="http://schemas.microsoft.com/office/drawing/2014/main" id="{111FDAB4-96DC-48C8-6F10-4AE7E3F0C6A8}"/>
                  </a:ext>
                </a:extLst>
              </p14:cNvPr>
              <p14:cNvContentPartPr/>
              <p14:nvPr/>
            </p14:nvContentPartPr>
            <p14:xfrm>
              <a:off x="1405440" y="1790640"/>
              <a:ext cx="10024920" cy="2337120"/>
            </p14:xfrm>
          </p:contentPart>
        </mc:Choice>
        <mc:Fallback>
          <p:pic>
            <p:nvPicPr>
              <p:cNvPr id="3" name="잉크 2">
                <a:extLst>
                  <a:ext uri="{FF2B5EF4-FFF2-40B4-BE49-F238E27FC236}">
                    <a16:creationId xmlns:a16="http://schemas.microsoft.com/office/drawing/2014/main" id="{111FDAB4-96DC-48C8-6F10-4AE7E3F0C6A8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396080" y="1781280"/>
                <a:ext cx="10043640" cy="2355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9517708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사용자 지정 7">
      <a:majorFont>
        <a:latin typeface="맑은 고딕"/>
        <a:ea typeface="맑은 고딕"/>
        <a:cs typeface=""/>
      </a:majorFont>
      <a:minorFont>
        <a:latin typeface="맑은 고딕"/>
        <a:ea typeface="맑은 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61057</TotalTime>
  <Words>542</Words>
  <Application>Microsoft Office PowerPoint</Application>
  <PresentationFormat>와이드스크린</PresentationFormat>
  <Paragraphs>101</Paragraphs>
  <Slides>20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20</vt:i4>
      </vt:variant>
    </vt:vector>
  </HeadingPairs>
  <TitlesOfParts>
    <vt:vector size="26" baseType="lpstr">
      <vt:lpstr>맑은 고딕</vt:lpstr>
      <vt:lpstr>Arial</vt:lpstr>
      <vt:lpstr>Calibri</vt:lpstr>
      <vt:lpstr>Wingdings</vt:lpstr>
      <vt:lpstr>Office 主题</vt:lpstr>
      <vt:lpstr>디자인 사용자 지정</vt:lpstr>
      <vt:lpstr>주간업무 내용</vt:lpstr>
      <vt:lpstr>PowerPoint 프레젠테이션</vt:lpstr>
      <vt:lpstr>2 group structure test</vt:lpstr>
      <vt:lpstr>2 group structure test</vt:lpstr>
      <vt:lpstr>2 group structure test</vt:lpstr>
      <vt:lpstr>PowerPoint 프레젠테이션</vt:lpstr>
      <vt:lpstr>4 group structure test</vt:lpstr>
      <vt:lpstr>4 group structure test</vt:lpstr>
      <vt:lpstr>4 group structure test</vt:lpstr>
      <vt:lpstr>PowerPoint 프레젠테이션</vt:lpstr>
      <vt:lpstr>5 group structure test</vt:lpstr>
      <vt:lpstr>5 group structure test</vt:lpstr>
      <vt:lpstr>5 group structure test</vt:lpstr>
      <vt:lpstr>PowerPoint 프레젠테이션</vt:lpstr>
      <vt:lpstr>7 group structure test</vt:lpstr>
      <vt:lpstr>7 group structure test</vt:lpstr>
      <vt:lpstr>7 group structure test</vt:lpstr>
      <vt:lpstr>PowerPoint 프레젠테이션</vt:lpstr>
      <vt:lpstr>group structure test</vt:lpstr>
      <vt:lpstr>결론 및 향후 계획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우진 이</cp:lastModifiedBy>
  <cp:revision>8011</cp:revision>
  <dcterms:created xsi:type="dcterms:W3CDTF">2024-07-01T04:51:00Z</dcterms:created>
  <dcterms:modified xsi:type="dcterms:W3CDTF">2026-09-08T06:20:48Z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787F7AD9A51F4182B3E71ACD8B757328</vt:lpwstr>
  </property>
  <property fmtid="{D5CDD505-2E9C-101B-9397-08002B2CF9AE}" pid="3" name="KSOProductBuildVer">
    <vt:lpwstr>2052-11.8.2.11718</vt:lpwstr>
  </property>
</Properties>
</file>